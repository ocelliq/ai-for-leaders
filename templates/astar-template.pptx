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9" r:id="rId5"/>
    <p:sldId id="263" r:id="rId6"/>
    <p:sldId id="498" r:id="rId7"/>
    <p:sldId id="271" r:id="rId8"/>
    <p:sldId id="313" r:id="rId9"/>
    <p:sldId id="503" r:id="rId10"/>
    <p:sldId id="482" r:id="rId11"/>
    <p:sldId id="484" r:id="rId12"/>
    <p:sldId id="487" r:id="rId13"/>
    <p:sldId id="50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310A0602-DEA7-684D-8F27-623E7689F2DC}">
          <p14:sldIdLst>
            <p14:sldId id="259"/>
          </p14:sldIdLst>
        </p14:section>
        <p14:section name="Divider Slides" id="{D28FC5FC-CD52-E44E-9755-6473BFAF44B1}">
          <p14:sldIdLst>
            <p14:sldId id="263"/>
          </p14:sldIdLst>
        </p14:section>
        <p14:section name="Content Slides" id="{C4E78851-CD2E-844E-B33A-33F1E6C341F3}">
          <p14:sldIdLst>
            <p14:sldId id="498"/>
            <p14:sldId id="271"/>
            <p14:sldId id="313"/>
            <p14:sldId id="503"/>
            <p14:sldId id="482"/>
            <p14:sldId id="484"/>
            <p14:sldId id="487"/>
          </p14:sldIdLst>
        </p14:section>
        <p14:section name="Closing Slides" id="{4A650FB2-14CC-9F4F-B84D-B07DCD984D95}">
          <p14:sldIdLst>
            <p14:sldId id="5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3D5BE20-7A2B-4368-6577-8093482AC1E3}" name="Malisa Goh" initials="MG" userId="S::GOHQLM1@hq.a-star.edu.sg::cf7d4e80-e866-4e43-95bd-dcf4242ae3a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84FDC1-2EC1-4F85-BA8F-920C76972260}" v="5" dt="2024-11-28T07:54:26.2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/>
  </p:normalViewPr>
  <p:slideViewPr>
    <p:cSldViewPr snapToGrid="0">
      <p:cViewPr varScale="1">
        <p:scale>
          <a:sx n="81" d="100"/>
          <a:sy n="81" d="100"/>
        </p:scale>
        <p:origin x="206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934920634920635E-2"/>
          <c:y val="0.10356882088687823"/>
          <c:w val="0.86798902116402121"/>
          <c:h val="0.783447202853874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solidFill>
                <a:schemeClr val="bg1">
                  <a:lumMod val="8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4F0-CB4C-B675-D2F1736C02D1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4F0-CB4C-B675-D2F1736C02D1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4F0-CB4C-B675-D2F1736C02D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solidFill>
                  <a:schemeClr val="bg1">
                    <a:lumMod val="8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4F0-CB4C-B675-D2F1736C02D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Content 1</c:v>
                </c:pt>
                <c:pt idx="1">
                  <c:v>Content 2</c:v>
                </c:pt>
                <c:pt idx="2">
                  <c:v>Content 3</c:v>
                </c:pt>
                <c:pt idx="3">
                  <c:v>Content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F0-CB4C-B675-D2F1736C02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081262895"/>
        <c:axId val="1081264543"/>
      </c:barChart>
      <c:catAx>
        <c:axId val="10812628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081264543"/>
        <c:crosses val="autoZero"/>
        <c:auto val="1"/>
        <c:lblAlgn val="ctr"/>
        <c:lblOffset val="100"/>
        <c:noMultiLvlLbl val="0"/>
      </c:catAx>
      <c:valAx>
        <c:axId val="10812645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pPr>
            <a:endParaRPr lang="en-US"/>
          </a:p>
        </c:txPr>
        <c:crossAx val="10812628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6B0D7E-D2B5-9493-1CBB-9B2B3C75A3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2D699-92CA-2A3E-6AFA-5F2633147C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66A7F-9E30-1945-AE3C-92589B98005C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93D489-41EF-3C6F-43D5-6BE5EE60FA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BB3F3-F5AF-B82A-35DA-D4640840E5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EDC8DF-B5AA-FB49-AD6E-0F21A893D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2976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DBAED-E3D7-474E-976A-25022204C19B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C25B8C-2150-3048-BCF3-4ECBCEE50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4282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772216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25171BD9-438B-C340-4B6F-52ACC82991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750646" y="0"/>
            <a:ext cx="7441353" cy="6929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 Click icon to insert image</a:t>
            </a:r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5D1976F4-F620-4E3B-7930-BD424D122A6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AF469-9503-0765-4F71-CA4E54734D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8D21143B-9DB6-0751-9642-862106981A5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27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686363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E61B18-8457-CC73-1DB3-2A8CC7E6C8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93" t="1147" r="28603" b="1229"/>
          <a:stretch/>
        </p:blipFill>
        <p:spPr>
          <a:xfrm>
            <a:off x="4783125" y="-35558"/>
            <a:ext cx="7421068" cy="692911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886179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91299144-F78F-3BF9-6228-2102031BE65A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97BCBAD-4F87-078B-69EB-BAD2ECBE62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86C792DD-0FE6-9EF5-0BAD-2295A87A79F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20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385536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2A2684-F26A-BEEA-A0F9-0790E30FCB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241" t="23774" r="18314" b="26681"/>
          <a:stretch/>
        </p:blipFill>
        <p:spPr>
          <a:xfrm>
            <a:off x="4770932" y="-35560"/>
            <a:ext cx="7498024" cy="69291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886179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ED35F940-34D0-B2FC-CB92-3F055B7F3B4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BC64B4-FC1C-4DD9-5A45-1985C76220B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0B8E84D6-7DE4-3567-7107-D8DA81D8104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12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918507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886179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2C2ECB95-A6B7-D650-39AA-72DE3B9EC4B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47BC7F-0C38-AAD9-9354-E21789C2E02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C9DFC556-03F1-DFFA-00A1-1F5D041A335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9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89515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630C6-D23D-9BE4-D43A-326A7E20E5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2833" t="1" r="25073" b="1"/>
          <a:stretch/>
        </p:blipFill>
        <p:spPr>
          <a:xfrm>
            <a:off x="4800094" y="-35562"/>
            <a:ext cx="7404348" cy="692912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8251D2-2511-4289-9D0A-4DD21654B9DD}"/>
              </a:ext>
            </a:extLst>
          </p:cNvPr>
          <p:cNvSpPr/>
          <p:nvPr userDrawn="1"/>
        </p:nvSpPr>
        <p:spPr>
          <a:xfrm>
            <a:off x="-21571" y="-35558"/>
            <a:ext cx="4886179" cy="6929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9" name="Text Placeholder 24">
            <a:extLst>
              <a:ext uri="{FF2B5EF4-FFF2-40B4-BE49-F238E27FC236}">
                <a16:creationId xmlns:a16="http://schemas.microsoft.com/office/drawing/2014/main" id="{1A28F6F0-B913-738A-1CAE-8456CE5DA5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3921CC-F71F-63BA-8439-120978E674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7292926-E73D-10F3-4E96-7464E510FDEC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12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14753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C8CBFDC3-D419-1A90-0D91-41BA3A54472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5019469" y="-1274640"/>
            <a:ext cx="9482663" cy="9962045"/>
          </a:xfrm>
          <a:prstGeom prst="ellipse">
            <a:avLst/>
          </a:prstGeom>
          <a:solidFill>
            <a:schemeClr val="accent2">
              <a:alpha val="10000"/>
            </a:schemeClr>
          </a:solidFill>
        </p:spPr>
        <p:txBody>
          <a:bodyPr/>
          <a:lstStyle>
            <a:lvl1pPr marL="0" indent="0" algn="ctr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895E53B0-1F49-C513-84C2-ED90374C82F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3163D7-581B-6340-3FE6-AB24D7403F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719F8093-7601-F4A4-88B4-DBE2306E7FB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15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6137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8200281B-C001-A439-94C7-A8CF88C970DC}"/>
              </a:ext>
            </a:extLst>
          </p:cNvPr>
          <p:cNvSpPr txBox="1">
            <a:spLocks/>
          </p:cNvSpPr>
          <p:nvPr userDrawn="1"/>
        </p:nvSpPr>
        <p:spPr>
          <a:xfrm>
            <a:off x="11231484" y="634146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97092-FB62-2940-BF72-90FEE759286B}" type="slidenum">
              <a:rPr lang="en-US" sz="1067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en-US" sz="10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11C5013F-A782-48FA-CADE-4E63905FAB33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E758448-9B83-D81A-9E68-0D0CE3A957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4ED087F-24CD-262E-456D-05AE2FDB3B2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9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90428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00BB955C-6DFD-94DA-3C52-1E3E4C1D646D}"/>
              </a:ext>
            </a:extLst>
          </p:cNvPr>
          <p:cNvSpPr txBox="1">
            <a:spLocks/>
          </p:cNvSpPr>
          <p:nvPr userDrawn="1"/>
        </p:nvSpPr>
        <p:spPr>
          <a:xfrm>
            <a:off x="11231484" y="634146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97092-FB62-2940-BF72-90FEE759286B}" type="slidenum">
              <a:rPr lang="en-US" sz="1067" smtClean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en-US" sz="10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D765ED-7F75-2BD5-22CA-0D8FD956053E}"/>
              </a:ext>
            </a:extLst>
          </p:cNvPr>
          <p:cNvSpPr txBox="1">
            <a:spLocks/>
          </p:cNvSpPr>
          <p:nvPr userDrawn="1"/>
        </p:nvSpPr>
        <p:spPr>
          <a:xfrm>
            <a:off x="426720" y="1729177"/>
            <a:ext cx="4059936" cy="229780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1" i="0" kern="120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>
                <a:solidFill>
                  <a:schemeClr val="bg1"/>
                </a:solidFill>
                <a:sym typeface="Open Sans 1"/>
              </a:rPr>
              <a:t>Title: First Line,</a:t>
            </a:r>
            <a:br>
              <a:rPr lang="en-US" sz="3733">
                <a:solidFill>
                  <a:schemeClr val="bg1"/>
                </a:solidFill>
                <a:sym typeface="Open Sans 1"/>
              </a:rPr>
            </a:br>
            <a:r>
              <a:rPr lang="en-US" sz="3733">
                <a:solidFill>
                  <a:schemeClr val="bg1"/>
                </a:solidFill>
                <a:sym typeface="Open Sans 1"/>
              </a:rPr>
              <a:t>Second Line, </a:t>
            </a:r>
            <a:br>
              <a:rPr lang="en-US" sz="3733">
                <a:solidFill>
                  <a:schemeClr val="bg1"/>
                </a:solidFill>
                <a:sym typeface="Open Sans 1"/>
              </a:rPr>
            </a:br>
            <a:r>
              <a:rPr lang="en-US" sz="3733">
                <a:solidFill>
                  <a:schemeClr val="bg1"/>
                </a:solidFill>
                <a:sym typeface="Open Sans 1"/>
              </a:rPr>
              <a:t>Open Sans Bold, </a:t>
            </a:r>
            <a:br>
              <a:rPr lang="en-US" sz="3733">
                <a:solidFill>
                  <a:schemeClr val="bg1"/>
                </a:solidFill>
                <a:sym typeface="Open Sans 1"/>
              </a:rPr>
            </a:br>
            <a:r>
              <a:rPr lang="en-US" sz="3733">
                <a:solidFill>
                  <a:schemeClr val="bg1"/>
                </a:solidFill>
                <a:sym typeface="Open Sans 1"/>
              </a:rPr>
              <a:t>Pt 28</a:t>
            </a:r>
            <a:endParaRPr lang="en-US" sz="3733" dirty="0">
              <a:solidFill>
                <a:schemeClr val="bg1"/>
              </a:solidFill>
              <a:sym typeface="Open Sans 1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7FD507-348C-07CA-9921-6BBEA7A603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1" t="-12070" r="24583" b="-15601"/>
          <a:stretch/>
        </p:blipFill>
        <p:spPr>
          <a:xfrm>
            <a:off x="5020147" y="-1569280"/>
            <a:ext cx="9482663" cy="9962045"/>
          </a:xfrm>
          <a:prstGeom prst="ellipse">
            <a:avLst/>
          </a:prstGeom>
        </p:spPr>
      </p:pic>
      <p:sp>
        <p:nvSpPr>
          <p:cNvPr id="5" name="Text Placeholder 24">
            <a:extLst>
              <a:ext uri="{FF2B5EF4-FFF2-40B4-BE49-F238E27FC236}">
                <a16:creationId xmlns:a16="http://schemas.microsoft.com/office/drawing/2014/main" id="{894C2877-4CF2-5F17-6265-E94D82451EE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4569" y="5682895"/>
            <a:ext cx="3434439" cy="984885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accent1"/>
                </a:solidFill>
              </a:defRPr>
            </a:lvl1pPr>
            <a:lvl2pPr marL="457189" indent="0">
              <a:buNone/>
              <a:defRPr>
                <a:solidFill>
                  <a:schemeClr val="bg1"/>
                </a:solidFill>
              </a:defRPr>
            </a:lvl2pPr>
            <a:lvl3pPr marL="914377" indent="0">
              <a:buNone/>
              <a:defRPr>
                <a:solidFill>
                  <a:schemeClr val="bg1"/>
                </a:solidFill>
              </a:defRPr>
            </a:lvl3pPr>
            <a:lvl4pPr marL="137156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5C3C38-91EC-0030-97DF-3223AEA441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569" y="1793942"/>
            <a:ext cx="4059936" cy="229780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733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8331FDA3-51FD-FAD9-FEA7-D14D4ADD20E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35416" y="4237561"/>
            <a:ext cx="4059767" cy="738664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10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044577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 hidden="1">
            <a:extLst>
              <a:ext uri="{FF2B5EF4-FFF2-40B4-BE49-F238E27FC236}">
                <a16:creationId xmlns:a16="http://schemas.microsoft.com/office/drawing/2014/main" id="{8DA136A9-AB67-8236-6543-8F2E3CE1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9997" y="3258816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933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/>
              <a:t>Sub-title: Open Sans, regular 22pt, left align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080E68-A791-76B1-A463-84BDAC0E1758}"/>
              </a:ext>
            </a:extLst>
          </p:cNvPr>
          <p:cNvSpPr txBox="1">
            <a:spLocks/>
          </p:cNvSpPr>
          <p:nvPr userDrawn="1"/>
        </p:nvSpPr>
        <p:spPr>
          <a:xfrm>
            <a:off x="1056003" y="4771228"/>
            <a:ext cx="10079995" cy="51662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500" b="1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933" b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F1B9CAC-A7DD-232E-33DF-B380FDD3E7BF}"/>
              </a:ext>
            </a:extLst>
          </p:cNvPr>
          <p:cNvSpPr txBox="1">
            <a:spLocks/>
          </p:cNvSpPr>
          <p:nvPr userDrawn="1"/>
        </p:nvSpPr>
        <p:spPr>
          <a:xfrm>
            <a:off x="1308337" y="5626113"/>
            <a:ext cx="10079995" cy="4707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500" b="1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933" b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A9DCADE-A3E9-8FCB-C7C7-61FC408D67C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00" y="2125127"/>
            <a:ext cx="10079995" cy="113877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3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DIVIDER: OPEN SANS, BOLD, 36pt, </a:t>
            </a:r>
            <a:br>
              <a:rPr lang="en-US" dirty="0"/>
            </a:br>
            <a:r>
              <a:rPr lang="en-US" dirty="0"/>
              <a:t>LEFT ALIGN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0D891228-B135-EEA3-56CD-5CA1C59468E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9999" y="3278900"/>
            <a:ext cx="10079995" cy="369332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E1A40D5A-F3B2-CED5-03FC-F844913C897E}"/>
              </a:ext>
            </a:extLst>
          </p:cNvPr>
          <p:cNvSpPr txBox="1">
            <a:spLocks/>
          </p:cNvSpPr>
          <p:nvPr userDrawn="1"/>
        </p:nvSpPr>
        <p:spPr>
          <a:xfrm>
            <a:off x="345572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6B952C1-EBEF-9959-9C57-C30B0C614DB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63747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8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4183310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 hidden="1">
            <a:extLst>
              <a:ext uri="{FF2B5EF4-FFF2-40B4-BE49-F238E27FC236}">
                <a16:creationId xmlns:a16="http://schemas.microsoft.com/office/drawing/2014/main" id="{8DA136A9-AB67-8236-6543-8F2E3CE181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9997" y="3258816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933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/>
              <a:t>Sub-title: Open Sans, regular 22pt, left align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E080E68-A791-76B1-A463-84BDAC0E1758}"/>
              </a:ext>
            </a:extLst>
          </p:cNvPr>
          <p:cNvSpPr txBox="1">
            <a:spLocks/>
          </p:cNvSpPr>
          <p:nvPr userDrawn="1"/>
        </p:nvSpPr>
        <p:spPr>
          <a:xfrm>
            <a:off x="1056003" y="4771228"/>
            <a:ext cx="10079995" cy="51662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500" b="1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933" b="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F1B9CAC-A7DD-232E-33DF-B380FDD3E7BF}"/>
              </a:ext>
            </a:extLst>
          </p:cNvPr>
          <p:cNvSpPr txBox="1">
            <a:spLocks/>
          </p:cNvSpPr>
          <p:nvPr userDrawn="1"/>
        </p:nvSpPr>
        <p:spPr>
          <a:xfrm>
            <a:off x="1308337" y="5626113"/>
            <a:ext cx="10079995" cy="470731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500" b="1" i="0" kern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endParaRPr lang="en-US" sz="2933" b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98D58C7-10BE-B260-D06C-9AA9D9DF827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00" y="2125127"/>
            <a:ext cx="10079995" cy="113877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ctr">
              <a:lnSpc>
                <a:spcPct val="85000"/>
              </a:lnSpc>
              <a:defRPr sz="3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DIVIDER: OPEN SANS, BOLD, 36pt, </a:t>
            </a:r>
            <a:br>
              <a:rPr lang="en-US" dirty="0"/>
            </a:br>
            <a:r>
              <a:rPr lang="en-US" dirty="0"/>
              <a:t>CENTRE ALIGN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B79A4893-79C9-DBA1-4434-C4560DA7730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9999" y="3278900"/>
            <a:ext cx="10079995" cy="369332"/>
          </a:xfr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centre align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9813ECE0-EC09-5F74-23E8-B2A81304B981}"/>
              </a:ext>
            </a:extLst>
          </p:cNvPr>
          <p:cNvSpPr txBox="1">
            <a:spLocks/>
          </p:cNvSpPr>
          <p:nvPr userDrawn="1"/>
        </p:nvSpPr>
        <p:spPr>
          <a:xfrm>
            <a:off x="345572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9B38981D-7841-41A3-FEA1-7AB840E723F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63747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7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01593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81054-A08B-6696-FBF8-6CC9BA4593E9}"/>
              </a:ext>
            </a:extLst>
          </p:cNvPr>
          <p:cNvSpPr txBox="1">
            <a:spLocks/>
          </p:cNvSpPr>
          <p:nvPr userDrawn="1"/>
        </p:nvSpPr>
        <p:spPr>
          <a:xfrm>
            <a:off x="5453906" y="634146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67" dirty="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EFA1E33-7F6C-D4BC-D896-B37B86022D5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00" y="2125127"/>
            <a:ext cx="10079995" cy="113877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ct val="85000"/>
              </a:lnSpc>
              <a:defRPr sz="36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DIVIDER: OPEN SANS, BOLD, 36pt, </a:t>
            </a:r>
            <a:br>
              <a:rPr lang="en-US" dirty="0"/>
            </a:br>
            <a:r>
              <a:rPr lang="en-US" dirty="0"/>
              <a:t>LEFT ALIGN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F8AE3113-3A91-1AD7-6912-27CC2BAE8D0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9999" y="3278900"/>
            <a:ext cx="10079995" cy="369332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CE5EFE14-4306-3751-7B50-0BF9E6C48B21}"/>
              </a:ext>
            </a:extLst>
          </p:cNvPr>
          <p:cNvSpPr txBox="1">
            <a:spLocks/>
          </p:cNvSpPr>
          <p:nvPr userDrawn="1"/>
        </p:nvSpPr>
        <p:spPr>
          <a:xfrm>
            <a:off x="345572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986DD002-EE09-AAF7-9EC1-4EF238BCB8E1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63747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4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522767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A021D85-42C7-85DA-18BA-7D0DF2A6432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00" y="2125127"/>
            <a:ext cx="10079995" cy="113877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ctr">
              <a:lnSpc>
                <a:spcPct val="85000"/>
              </a:lnSpc>
              <a:defRPr sz="36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/>
              <a:t>DIVIDER: OPEN SANS, BOLD, 36pt, </a:t>
            </a:r>
            <a:br>
              <a:rPr lang="en-US" dirty="0"/>
            </a:br>
            <a:r>
              <a:rPr lang="en-US" dirty="0"/>
              <a:t>CENTRE ALIGN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5B0CF841-30F6-9452-F9D0-B1DE1630D32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959999" y="3278900"/>
            <a:ext cx="10079995" cy="369332"/>
          </a:xfr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None/>
              <a:defRPr/>
            </a:lvl2pPr>
            <a:lvl3pPr marL="914377" indent="0">
              <a:buNone/>
              <a:defRPr/>
            </a:lvl3pPr>
            <a:lvl4pPr marL="137156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GB" dirty="0"/>
              <a:t>Sub-title: Open Sans, regular, 24pt, centre align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66E850B2-A00B-7F6C-3B5E-6A862321C677}"/>
              </a:ext>
            </a:extLst>
          </p:cNvPr>
          <p:cNvSpPr txBox="1">
            <a:spLocks/>
          </p:cNvSpPr>
          <p:nvPr userDrawn="1"/>
        </p:nvSpPr>
        <p:spPr>
          <a:xfrm>
            <a:off x="345572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99711B3-13C5-1B7D-1081-94E73C4D82C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63747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3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052832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5B0AF7F-232A-FC49-9C05-0D39847B5C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332" y="342691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Table of Contents - Open Sans, bold 28pt, left align</a:t>
            </a:r>
            <a:endParaRPr lang="en-US" dirty="0"/>
          </a:p>
        </p:txBody>
      </p:sp>
      <p:sp>
        <p:nvSpPr>
          <p:cNvPr id="65" name="Text Placeholder 11">
            <a:extLst>
              <a:ext uri="{FF2B5EF4-FFF2-40B4-BE49-F238E27FC236}">
                <a16:creationId xmlns:a16="http://schemas.microsoft.com/office/drawing/2014/main" id="{8AFBAC35-B6DE-B23E-DE9C-D024E06AD7FD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54171" y="1200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66" name="Text Placeholder 11">
            <a:extLst>
              <a:ext uri="{FF2B5EF4-FFF2-40B4-BE49-F238E27FC236}">
                <a16:creationId xmlns:a16="http://schemas.microsoft.com/office/drawing/2014/main" id="{62999B67-A100-B7E6-1008-43776E8680D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259233" y="1200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A27DC414-EBC6-8631-E039-4F783D9726F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59742" y="1200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1.</a:t>
            </a:r>
          </a:p>
        </p:txBody>
      </p:sp>
      <p:sp>
        <p:nvSpPr>
          <p:cNvPr id="71" name="Text Placeholder 11">
            <a:extLst>
              <a:ext uri="{FF2B5EF4-FFF2-40B4-BE49-F238E27FC236}">
                <a16:creationId xmlns:a16="http://schemas.microsoft.com/office/drawing/2014/main" id="{68F021E3-261D-6459-B4D6-83019AE764B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147470" y="1584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72" name="Text Placeholder 11">
            <a:extLst>
              <a:ext uri="{FF2B5EF4-FFF2-40B4-BE49-F238E27FC236}">
                <a16:creationId xmlns:a16="http://schemas.microsoft.com/office/drawing/2014/main" id="{EE72FAF5-4D23-ED41-F60B-98966C9C72A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0259233" y="1584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73" name="Text Placeholder 11">
            <a:extLst>
              <a:ext uri="{FF2B5EF4-FFF2-40B4-BE49-F238E27FC236}">
                <a16:creationId xmlns:a16="http://schemas.microsoft.com/office/drawing/2014/main" id="{4C78C9B9-6704-2FD4-400E-9352895E4F8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53041" y="1584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2.</a:t>
            </a:r>
          </a:p>
        </p:txBody>
      </p:sp>
      <p:sp>
        <p:nvSpPr>
          <p:cNvPr id="77" name="Text Placeholder 11">
            <a:extLst>
              <a:ext uri="{FF2B5EF4-FFF2-40B4-BE49-F238E27FC236}">
                <a16:creationId xmlns:a16="http://schemas.microsoft.com/office/drawing/2014/main" id="{55FDA1D9-5994-BAF1-DCA7-260129D5192C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147466" y="1968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78" name="Text Placeholder 11">
            <a:extLst>
              <a:ext uri="{FF2B5EF4-FFF2-40B4-BE49-F238E27FC236}">
                <a16:creationId xmlns:a16="http://schemas.microsoft.com/office/drawing/2014/main" id="{4EB77528-3A74-ADE3-8759-4BBE259DA8F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0259229" y="1968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79" name="Text Placeholder 11">
            <a:extLst>
              <a:ext uri="{FF2B5EF4-FFF2-40B4-BE49-F238E27FC236}">
                <a16:creationId xmlns:a16="http://schemas.microsoft.com/office/drawing/2014/main" id="{FACFC8A5-7552-B708-F02D-61EA1EA109F8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653037" y="1968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3.</a:t>
            </a:r>
          </a:p>
        </p:txBody>
      </p:sp>
      <p:sp>
        <p:nvSpPr>
          <p:cNvPr id="83" name="Text Placeholder 11">
            <a:extLst>
              <a:ext uri="{FF2B5EF4-FFF2-40B4-BE49-F238E27FC236}">
                <a16:creationId xmlns:a16="http://schemas.microsoft.com/office/drawing/2014/main" id="{60F404A4-F218-D137-73A8-6EE866166EE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147466" y="2352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84" name="Text Placeholder 11">
            <a:extLst>
              <a:ext uri="{FF2B5EF4-FFF2-40B4-BE49-F238E27FC236}">
                <a16:creationId xmlns:a16="http://schemas.microsoft.com/office/drawing/2014/main" id="{7DC1FEB0-CCB3-2A52-4F1D-FC56B403727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0259229" y="2352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85" name="Text Placeholder 11">
            <a:extLst>
              <a:ext uri="{FF2B5EF4-FFF2-40B4-BE49-F238E27FC236}">
                <a16:creationId xmlns:a16="http://schemas.microsoft.com/office/drawing/2014/main" id="{B063EB80-4F5F-C80E-6C18-E150E00ED9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653037" y="2352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4.</a:t>
            </a:r>
          </a:p>
        </p:txBody>
      </p:sp>
      <p:sp>
        <p:nvSpPr>
          <p:cNvPr id="89" name="Text Placeholder 11">
            <a:extLst>
              <a:ext uri="{FF2B5EF4-FFF2-40B4-BE49-F238E27FC236}">
                <a16:creationId xmlns:a16="http://schemas.microsoft.com/office/drawing/2014/main" id="{2940959A-81B8-3D11-3FB3-702200734372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154171" y="2736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90" name="Text Placeholder 11">
            <a:extLst>
              <a:ext uri="{FF2B5EF4-FFF2-40B4-BE49-F238E27FC236}">
                <a16:creationId xmlns:a16="http://schemas.microsoft.com/office/drawing/2014/main" id="{71D132A0-A23D-7C21-CB5C-2A164B7A578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0265932" y="2736000"/>
            <a:ext cx="48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91" name="Text Placeholder 11">
            <a:extLst>
              <a:ext uri="{FF2B5EF4-FFF2-40B4-BE49-F238E27FC236}">
                <a16:creationId xmlns:a16="http://schemas.microsoft.com/office/drawing/2014/main" id="{4A56A2A4-AAF3-E4FE-EC7F-5C53A22603D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659743" y="2736000"/>
            <a:ext cx="48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5.</a:t>
            </a:r>
          </a:p>
        </p:txBody>
      </p:sp>
      <p:sp>
        <p:nvSpPr>
          <p:cNvPr id="95" name="Text Placeholder 11">
            <a:extLst>
              <a:ext uri="{FF2B5EF4-FFF2-40B4-BE49-F238E27FC236}">
                <a16:creationId xmlns:a16="http://schemas.microsoft.com/office/drawing/2014/main" id="{0C5722F3-C5CA-646D-4CE5-94D5640CF762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1154168" y="3120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96" name="Text Placeholder 11">
            <a:extLst>
              <a:ext uri="{FF2B5EF4-FFF2-40B4-BE49-F238E27FC236}">
                <a16:creationId xmlns:a16="http://schemas.microsoft.com/office/drawing/2014/main" id="{BDBAC5BF-A224-7D5F-0169-C8E1ED75EB2C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10265932" y="3120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97" name="Text Placeholder 11">
            <a:extLst>
              <a:ext uri="{FF2B5EF4-FFF2-40B4-BE49-F238E27FC236}">
                <a16:creationId xmlns:a16="http://schemas.microsoft.com/office/drawing/2014/main" id="{4FEFDA63-7E4F-6055-C543-262FE6356E27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659740" y="3120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6.</a:t>
            </a:r>
          </a:p>
        </p:txBody>
      </p:sp>
      <p:sp>
        <p:nvSpPr>
          <p:cNvPr id="101" name="Text Placeholder 11">
            <a:extLst>
              <a:ext uri="{FF2B5EF4-FFF2-40B4-BE49-F238E27FC236}">
                <a16:creationId xmlns:a16="http://schemas.microsoft.com/office/drawing/2014/main" id="{F1F8909C-E5BF-1C40-C603-2752E79252B5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1154168" y="3504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102" name="Text Placeholder 11">
            <a:extLst>
              <a:ext uri="{FF2B5EF4-FFF2-40B4-BE49-F238E27FC236}">
                <a16:creationId xmlns:a16="http://schemas.microsoft.com/office/drawing/2014/main" id="{B251328E-67D1-1104-68A8-D9C6E59C53D3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10265932" y="3504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103" name="Text Placeholder 11">
            <a:extLst>
              <a:ext uri="{FF2B5EF4-FFF2-40B4-BE49-F238E27FC236}">
                <a16:creationId xmlns:a16="http://schemas.microsoft.com/office/drawing/2014/main" id="{F4EE0F1B-AF73-1E5A-4E14-A3B6EA68B6C3}"/>
              </a:ext>
            </a:extLst>
          </p:cNvPr>
          <p:cNvSpPr>
            <a:spLocks noGrp="1"/>
          </p:cNvSpPr>
          <p:nvPr>
            <p:ph type="body" sz="quarter" idx="105" hasCustomPrompt="1"/>
          </p:nvPr>
        </p:nvSpPr>
        <p:spPr>
          <a:xfrm>
            <a:off x="659740" y="3504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7.</a:t>
            </a:r>
          </a:p>
        </p:txBody>
      </p:sp>
      <p:sp>
        <p:nvSpPr>
          <p:cNvPr id="107" name="Text Placeholder 11">
            <a:extLst>
              <a:ext uri="{FF2B5EF4-FFF2-40B4-BE49-F238E27FC236}">
                <a16:creationId xmlns:a16="http://schemas.microsoft.com/office/drawing/2014/main" id="{820403D4-4560-EF47-A260-A49F103CADB8}"/>
              </a:ext>
            </a:extLst>
          </p:cNvPr>
          <p:cNvSpPr>
            <a:spLocks noGrp="1"/>
          </p:cNvSpPr>
          <p:nvPr>
            <p:ph type="body" sz="quarter" idx="109" hasCustomPrompt="1"/>
          </p:nvPr>
        </p:nvSpPr>
        <p:spPr>
          <a:xfrm>
            <a:off x="1147466" y="3888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108" name="Text Placeholder 11">
            <a:extLst>
              <a:ext uri="{FF2B5EF4-FFF2-40B4-BE49-F238E27FC236}">
                <a16:creationId xmlns:a16="http://schemas.microsoft.com/office/drawing/2014/main" id="{A61D58D7-58FB-8F92-FDA4-C541910DCC3D}"/>
              </a:ext>
            </a:extLst>
          </p:cNvPr>
          <p:cNvSpPr>
            <a:spLocks noGrp="1"/>
          </p:cNvSpPr>
          <p:nvPr>
            <p:ph type="body" sz="quarter" idx="110" hasCustomPrompt="1"/>
          </p:nvPr>
        </p:nvSpPr>
        <p:spPr>
          <a:xfrm>
            <a:off x="10259229" y="3888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109" name="Text Placeholder 11">
            <a:extLst>
              <a:ext uri="{FF2B5EF4-FFF2-40B4-BE49-F238E27FC236}">
                <a16:creationId xmlns:a16="http://schemas.microsoft.com/office/drawing/2014/main" id="{26449F4A-30B9-A96F-CFD7-91C584153D4A}"/>
              </a:ext>
            </a:extLst>
          </p:cNvPr>
          <p:cNvSpPr>
            <a:spLocks noGrp="1"/>
          </p:cNvSpPr>
          <p:nvPr>
            <p:ph type="body" sz="quarter" idx="111" hasCustomPrompt="1"/>
          </p:nvPr>
        </p:nvSpPr>
        <p:spPr>
          <a:xfrm>
            <a:off x="653037" y="3888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8.</a:t>
            </a:r>
          </a:p>
        </p:txBody>
      </p:sp>
      <p:sp>
        <p:nvSpPr>
          <p:cNvPr id="113" name="Text Placeholder 11">
            <a:extLst>
              <a:ext uri="{FF2B5EF4-FFF2-40B4-BE49-F238E27FC236}">
                <a16:creationId xmlns:a16="http://schemas.microsoft.com/office/drawing/2014/main" id="{AD1C1C07-8769-7C14-588A-A0CC8DBC3DB9}"/>
              </a:ext>
            </a:extLst>
          </p:cNvPr>
          <p:cNvSpPr>
            <a:spLocks noGrp="1"/>
          </p:cNvSpPr>
          <p:nvPr>
            <p:ph type="body" sz="quarter" idx="115" hasCustomPrompt="1"/>
          </p:nvPr>
        </p:nvSpPr>
        <p:spPr>
          <a:xfrm>
            <a:off x="1147466" y="4272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114" name="Text Placeholder 11">
            <a:extLst>
              <a:ext uri="{FF2B5EF4-FFF2-40B4-BE49-F238E27FC236}">
                <a16:creationId xmlns:a16="http://schemas.microsoft.com/office/drawing/2014/main" id="{BA6B3467-AA33-B9F3-2D76-A3C56ACC56CA}"/>
              </a:ext>
            </a:extLst>
          </p:cNvPr>
          <p:cNvSpPr>
            <a:spLocks noGrp="1"/>
          </p:cNvSpPr>
          <p:nvPr>
            <p:ph type="body" sz="quarter" idx="116" hasCustomPrompt="1"/>
          </p:nvPr>
        </p:nvSpPr>
        <p:spPr>
          <a:xfrm>
            <a:off x="10259229" y="4272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115" name="Text Placeholder 11">
            <a:extLst>
              <a:ext uri="{FF2B5EF4-FFF2-40B4-BE49-F238E27FC236}">
                <a16:creationId xmlns:a16="http://schemas.microsoft.com/office/drawing/2014/main" id="{238A2F44-79B8-35A9-4B68-6100D2E54835}"/>
              </a:ext>
            </a:extLst>
          </p:cNvPr>
          <p:cNvSpPr>
            <a:spLocks noGrp="1"/>
          </p:cNvSpPr>
          <p:nvPr>
            <p:ph type="body" sz="quarter" idx="117" hasCustomPrompt="1"/>
          </p:nvPr>
        </p:nvSpPr>
        <p:spPr>
          <a:xfrm>
            <a:off x="653037" y="4272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9.</a:t>
            </a:r>
          </a:p>
        </p:txBody>
      </p:sp>
      <p:sp>
        <p:nvSpPr>
          <p:cNvPr id="119" name="Text Placeholder 11">
            <a:extLst>
              <a:ext uri="{FF2B5EF4-FFF2-40B4-BE49-F238E27FC236}">
                <a16:creationId xmlns:a16="http://schemas.microsoft.com/office/drawing/2014/main" id="{75E0C1CF-26DA-82D7-D61E-2630EFD36F68}"/>
              </a:ext>
            </a:extLst>
          </p:cNvPr>
          <p:cNvSpPr>
            <a:spLocks noGrp="1"/>
          </p:cNvSpPr>
          <p:nvPr>
            <p:ph type="body" sz="quarter" idx="118" hasCustomPrompt="1"/>
          </p:nvPr>
        </p:nvSpPr>
        <p:spPr>
          <a:xfrm>
            <a:off x="1147466" y="4656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120" name="Text Placeholder 11">
            <a:extLst>
              <a:ext uri="{FF2B5EF4-FFF2-40B4-BE49-F238E27FC236}">
                <a16:creationId xmlns:a16="http://schemas.microsoft.com/office/drawing/2014/main" id="{1B8F91A2-F605-ED3E-733D-E466361E18A6}"/>
              </a:ext>
            </a:extLst>
          </p:cNvPr>
          <p:cNvSpPr>
            <a:spLocks noGrp="1"/>
          </p:cNvSpPr>
          <p:nvPr>
            <p:ph type="body" sz="quarter" idx="119" hasCustomPrompt="1"/>
          </p:nvPr>
        </p:nvSpPr>
        <p:spPr>
          <a:xfrm>
            <a:off x="10259229" y="4656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121" name="Text Placeholder 11">
            <a:extLst>
              <a:ext uri="{FF2B5EF4-FFF2-40B4-BE49-F238E27FC236}">
                <a16:creationId xmlns:a16="http://schemas.microsoft.com/office/drawing/2014/main" id="{42B0F65A-246C-D2AF-5A0E-B2016ED7CFEE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53037" y="4656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10.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8E2A2DC7-7D85-0685-B8F2-1794F3674F31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147466" y="5040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0CE03E8D-F703-9584-E741-B0C6A3DDDA44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10259229" y="5040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9DD62281-5F18-8205-BA78-ACA8D217F058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653037" y="5040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11.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D3D21668-0FE3-3922-0CDE-426D5B76F3E0}"/>
              </a:ext>
            </a:extLst>
          </p:cNvPr>
          <p:cNvSpPr>
            <a:spLocks noGrp="1"/>
          </p:cNvSpPr>
          <p:nvPr>
            <p:ph type="body" sz="quarter" idx="124" hasCustomPrompt="1"/>
          </p:nvPr>
        </p:nvSpPr>
        <p:spPr>
          <a:xfrm>
            <a:off x="1147466" y="5424000"/>
            <a:ext cx="864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Section Header: Open Sans, regular 16pt, left align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83DF723E-6C68-7EE0-966E-45122F1973BF}"/>
              </a:ext>
            </a:extLst>
          </p:cNvPr>
          <p:cNvSpPr>
            <a:spLocks noGrp="1"/>
          </p:cNvSpPr>
          <p:nvPr>
            <p:ph type="body" sz="quarter" idx="125" hasCustomPrompt="1"/>
          </p:nvPr>
        </p:nvSpPr>
        <p:spPr>
          <a:xfrm>
            <a:off x="10259229" y="5424000"/>
            <a:ext cx="48051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Page</a:t>
            </a:r>
          </a:p>
        </p:txBody>
      </p:sp>
      <p:sp>
        <p:nvSpPr>
          <p:cNvPr id="53" name="Text Placeholder 11">
            <a:extLst>
              <a:ext uri="{FF2B5EF4-FFF2-40B4-BE49-F238E27FC236}">
                <a16:creationId xmlns:a16="http://schemas.microsoft.com/office/drawing/2014/main" id="{44E90337-E04F-CD34-5FF8-E7FBACD323C3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653037" y="5424000"/>
            <a:ext cx="479999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12.</a:t>
            </a:r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8E55EE88-A972-723E-7E21-9859ECD34ED3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A207933-9322-5825-1EE5-0C12A23BB41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716D05F-C7E1-41FB-8518-42E6F1E1871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22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296043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aragrap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08F208A4-2027-EB03-FE12-CA123B46CAA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8335" y="1203452"/>
            <a:ext cx="10079999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D1E752A-6C6B-E967-3218-57F6D37E49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73E8E0B4-23A5-14AA-B5CE-A8D2917A6C6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8BDEB36-659E-42FC-4B39-5388CA288EC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0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996674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A1B9DE5-A36F-D0DF-21BD-FCFA955087C6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09415"/>
            <a:ext cx="10410824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2 – Image: Open Sans, bold 28pt, left align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5CDB623-AA42-D9D6-4455-29475EAA97D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9340" y="958788"/>
            <a:ext cx="10409816" cy="5043649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A26C456-C13F-BC2E-4683-3C1D9623C97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4DC49300-22CE-D6AB-B95E-A767C17C4525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8331B9B0-C445-6A00-D3CE-B0733EB7962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8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88092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: Image with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033000A-CE6E-EF94-A2CE-B6ECB2101EC5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7349337" y="1202436"/>
            <a:ext cx="3360000" cy="480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50 words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E1904BA0-0D06-2B38-CB48-0CB3C772C9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340" y="1202437"/>
            <a:ext cx="6240000" cy="480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333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dirty="0"/>
              <a:t>Image</a:t>
            </a:r>
            <a:r>
              <a:rPr lang="x-none"/>
              <a:t>:</a:t>
            </a:r>
            <a:r>
              <a:rPr lang="en-US" dirty="0"/>
              <a:t> Maximum H10 x W13cm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408C0D50-EAC1-2A6C-4CAB-F62484B052A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1322663" cy="5195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3 – Image with Text: Open Sans, bold 28pt, left align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31F40889-9EE8-AD7D-F711-7D4D242DA5AA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3603431-8C1F-C1AF-BB42-9A951AC1BF0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AE68E6E9-CCB1-722E-2E9E-594EB4EF95D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7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654033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: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D0D2D4E9-4EF5-3F09-B66A-05A31EC77F2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28332" y="339452"/>
            <a:ext cx="10410824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4 – Table: Open Sans, bold 28pt, left align</a:t>
            </a:r>
            <a:endParaRPr lang="en-US" dirty="0"/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EF8C913A-669C-E8AF-071E-B2DFD36EF991}"/>
              </a:ext>
            </a:extLst>
          </p:cNvPr>
          <p:cNvSpPr>
            <a:spLocks noGrp="1"/>
          </p:cNvSpPr>
          <p:nvPr>
            <p:ph type="tbl" sz="quarter" idx="66"/>
          </p:nvPr>
        </p:nvSpPr>
        <p:spPr>
          <a:xfrm>
            <a:off x="628332" y="1403398"/>
            <a:ext cx="7615780" cy="430606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229191F7-BBA8-7E5D-7125-866E5AAC168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48EFF41-5009-D2BE-2EB6-3E811EB7B13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C53FB02F-62DC-3AE8-9BC7-64430F5F71A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5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988592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: Imag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5 – Image Chart: Open Sans, bold 28pt, left align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41B881D-A28F-5671-3A45-02F2CAC59CA6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509337" y="1418733"/>
            <a:ext cx="4320000" cy="4320000"/>
          </a:xfrm>
          <a:prstGeom prst="ellipse">
            <a:avLst/>
          </a:prstGeom>
          <a:solidFill>
            <a:schemeClr val="accent2">
              <a:alpha val="10000"/>
            </a:schemeClr>
          </a:solidFill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Profile</a:t>
            </a:r>
            <a:r>
              <a:rPr lang="x-none"/>
              <a:t>:</a:t>
            </a:r>
            <a:r>
              <a:rPr lang="en-US"/>
              <a:t> Maximum</a:t>
            </a:r>
            <a:br>
              <a:rPr lang="en-US"/>
            </a:br>
            <a:r>
              <a:rPr lang="en-US"/>
              <a:t>H10 x W10cm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D7E3F3F-F7D1-D290-705C-BE7A3C9B299A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29337" y="1202429"/>
            <a:ext cx="2640000" cy="20160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15 words</a:t>
            </a:r>
            <a:endParaRPr lang="en-SG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7331C11-6B89-72EC-52DB-726818663EF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629337" y="3986433"/>
            <a:ext cx="2640000" cy="20160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15 words</a:t>
            </a:r>
            <a:endParaRPr lang="en-SG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AF4DE8A-4F0F-EACE-06A4-F32099D6B9EA}"/>
              </a:ext>
            </a:extLst>
          </p:cNvPr>
          <p:cNvSpPr>
            <a:spLocks noGrp="1"/>
          </p:cNvSpPr>
          <p:nvPr>
            <p:ph type="body" sz="quarter" idx="122" hasCustomPrompt="1"/>
          </p:nvPr>
        </p:nvSpPr>
        <p:spPr>
          <a:xfrm>
            <a:off x="8069337" y="1202429"/>
            <a:ext cx="2640000" cy="20160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15 words</a:t>
            </a:r>
            <a:endParaRPr lang="en-SG" dirty="0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071A4479-B741-DD79-2B52-E58272676D8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8069337" y="3986433"/>
            <a:ext cx="2640000" cy="20160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15 words</a:t>
            </a:r>
            <a:endParaRPr lang="en-SG" dirty="0"/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04B910A4-B12C-27A1-471F-63CCE06160F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2EC379C7-4761-1E53-1C81-C64EF82652B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230060C3-E814-02B0-FD99-24A0CD5CA11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21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698896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: 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E22C5E3-7B3C-57D5-17CC-6B9183211A8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6" y="336000"/>
            <a:ext cx="10914963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Content 6 – Empty: Open Sans, bold 28pt, left align</a:t>
            </a:r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162CABB7-54C7-824C-E165-1D2486DBBC5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49534EE1-3333-96D7-8107-389641F38A5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9855949-E09D-EFBD-550A-46D66B0B87A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3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702799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A: Big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CC0B901-17E1-8077-163A-DA6B169613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Image</a:t>
            </a:r>
            <a:r>
              <a:rPr lang="x-none"/>
              <a:t>:</a:t>
            </a:r>
            <a:r>
              <a:rPr lang="en-US"/>
              <a:t> Maximum H14 x W24cm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845CD1-2D9B-3C19-705F-9E7D01EDCE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60000" y="1548383"/>
            <a:ext cx="9364730" cy="1385083"/>
          </a:xfrm>
          <a:prstGeom prst="rect">
            <a:avLst/>
          </a:prstGeom>
          <a:solidFill>
            <a:schemeClr val="bg1"/>
          </a:solidFill>
        </p:spPr>
        <p:txBody>
          <a:bodyPr lIns="180000" tIns="180000" rIns="180000" bIns="90000" anchor="t" anchorCtr="0">
            <a:norm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CONTENT 6A – BIG IDEA: OPEN SANS, BOLD 36, LEFT ALIGN</a:t>
            </a:r>
            <a:endParaRPr 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80CDB7FD-0D06-EF22-A67B-0F6F1A9A2A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9998" y="2940535"/>
            <a:ext cx="9364729" cy="1968000"/>
          </a:xfrm>
          <a:prstGeom prst="rect">
            <a:avLst/>
          </a:prstGeom>
          <a:solidFill>
            <a:schemeClr val="bg1"/>
          </a:solidFill>
        </p:spPr>
        <p:txBody>
          <a:bodyPr lIns="180000" tIns="90000" rIns="180000" bIns="9000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Sub-title: Open Sans, regular 24pt, left align, </a:t>
            </a:r>
            <a:br>
              <a:rPr lang="en-GB" dirty="0"/>
            </a:br>
            <a:r>
              <a:rPr lang="en-GB" dirty="0"/>
              <a:t>maximum 30 words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D66BE-F148-F91D-AD95-A54A1A3D27E2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B83E1FF-8211-BA31-85C9-3115E2F55FA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242E56D-655D-74FC-8229-B1E5B53012DB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3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623129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B: Big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7A784F-7414-BE51-E192-5449B8C997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3567" y="0"/>
            <a:ext cx="12205567" cy="6858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Image</a:t>
            </a:r>
            <a:r>
              <a:rPr lang="x-none"/>
              <a:t>:</a:t>
            </a:r>
            <a:r>
              <a:rPr lang="en-US"/>
              <a:t> Maximum H14 x W24cm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ACAF251-2476-4D80-ACDD-9BEEA1667F0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-13567" y="0"/>
            <a:ext cx="5832267" cy="6858000"/>
          </a:xfrm>
          <a:prstGeom prst="rect">
            <a:avLst/>
          </a:prstGeom>
          <a:solidFill>
            <a:schemeClr val="tx1">
              <a:alpha val="75000"/>
            </a:schemeClr>
          </a:solidFill>
        </p:spPr>
        <p:txBody>
          <a:bodyPr lIns="180000" tIns="90000" rIns="180000" bIns="9000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Background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A89DAC-E4E0-4E44-252D-76907FA0EBF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8105" y="1243613"/>
            <a:ext cx="4800000" cy="1920000"/>
          </a:xfrm>
          <a:prstGeom prst="rect">
            <a:avLst/>
          </a:prstGeom>
          <a:noFill/>
        </p:spPr>
        <p:txBody>
          <a:bodyPr lIns="180000" tIns="180000" rIns="180000" bIns="90000" anchor="t" anchorCtr="0">
            <a:norm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CONTENT 6B  – IMAGE &amp; BIG IDEA SHOUT-OUT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33E7E1DE-7293-D198-826C-BC160995C9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104" y="3163613"/>
            <a:ext cx="4800000" cy="1920000"/>
          </a:xfrm>
          <a:prstGeom prst="rect">
            <a:avLst/>
          </a:prstGeom>
          <a:noFill/>
        </p:spPr>
        <p:txBody>
          <a:bodyPr lIns="180000" tIns="90000" rIns="180000" bIns="9000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Sub-title: Open Sans, regular 20pt, left align, maximum 30 words</a:t>
            </a:r>
            <a:endParaRPr lang="en-US" dirty="0"/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7314563-9F6C-D44E-2160-176F9DA929A6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6BDA211-FEC9-9634-748F-6E5E2F8FB1C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00B20B5-CE7B-FC6F-55FA-774AEA1024A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20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732703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C: Big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3B9FCFF1-B934-BF0B-D7B3-80BBD4A8D65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-13567" y="0"/>
            <a:ext cx="5832267" cy="6858000"/>
          </a:xfrm>
          <a:prstGeom prst="rect">
            <a:avLst/>
          </a:prstGeom>
          <a:solidFill>
            <a:schemeClr val="accent1"/>
          </a:solidFill>
        </p:spPr>
        <p:txBody>
          <a:bodyPr lIns="180000" tIns="90000" rIns="180000" bIns="9000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67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Background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866735-6336-1A08-34D1-6100A04FF3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8105" y="1243613"/>
            <a:ext cx="4800000" cy="1920000"/>
          </a:xfrm>
          <a:prstGeom prst="rect">
            <a:avLst/>
          </a:prstGeom>
          <a:noFill/>
        </p:spPr>
        <p:txBody>
          <a:bodyPr lIns="180000" tIns="180000" rIns="180000" bIns="90000" anchor="t" anchorCtr="0">
            <a:normAutofit/>
          </a:bodyPr>
          <a:lstStyle>
            <a:lvl1pPr algn="l">
              <a:lnSpc>
                <a:spcPct val="100000"/>
              </a:lnSpc>
              <a:defRPr sz="3600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CONTENT 6C  – IMAGE &amp; BIG IDEA SHOUT-OUT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49309B4-BD48-1BFE-3F27-5E519BB18E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104" y="3163613"/>
            <a:ext cx="4800000" cy="1920000"/>
          </a:xfrm>
          <a:prstGeom prst="rect">
            <a:avLst/>
          </a:prstGeom>
          <a:noFill/>
        </p:spPr>
        <p:txBody>
          <a:bodyPr lIns="180000" tIns="90000" rIns="180000" bIns="90000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Sub-title: Open Sans, regular 20pt, left align, maximum 30 words</a:t>
            </a:r>
            <a:endParaRPr lang="en-US" dirty="0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B3747297-C2D4-8A2E-D613-D5ECA4642D4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F23981C8-433D-3917-806B-2D4A52A6FA6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58E142F4-DFD7-8A95-4032-C73B8B32A7FC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5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544225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s: Key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D9D3F76-602E-E21A-7714-EDA9DA47126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9997" y="1202343"/>
            <a:ext cx="3840000" cy="960000"/>
          </a:xfrm>
          <a:prstGeom prst="rect">
            <a:avLst/>
          </a:prstGeom>
          <a:solidFill>
            <a:schemeClr val="accent1"/>
          </a:solidFill>
        </p:spPr>
        <p:txBody>
          <a:bodyPr lIns="90000" tIns="90000" rIns="90000" bIns="90000" anchor="t" anchorCtr="0">
            <a:normAutofit/>
          </a:bodyPr>
          <a:lstStyle>
            <a:lvl1pPr algn="ctr">
              <a:lnSpc>
                <a:spcPct val="100000"/>
              </a:lnSpc>
              <a:defRPr sz="4667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 dirty="0"/>
              <a:t>123,456,789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72B9D25C-9244-696D-BFDD-3099251F366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59995" y="2323759"/>
            <a:ext cx="10080000" cy="336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Paragraph: Open San, bold 16pt, </a:t>
            </a:r>
            <a:r>
              <a:rPr lang="en-SG" dirty="0" err="1"/>
              <a:t>center</a:t>
            </a:r>
            <a:r>
              <a:rPr lang="en-SG" dirty="0"/>
              <a:t> align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FEF2EEF-9BF6-F9C5-9256-AFA69057836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59995" y="3901123"/>
            <a:ext cx="10080000" cy="336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Paragraph: Open San, bold 16pt, </a:t>
            </a:r>
            <a:r>
              <a:rPr lang="en-SG" err="1"/>
              <a:t>center</a:t>
            </a:r>
            <a:r>
              <a:rPr lang="en-SG"/>
              <a:t> align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67871BE7-1363-948E-51C8-E98BA1FC815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59995" y="5471955"/>
            <a:ext cx="10080000" cy="336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Paragraph: Open San, bold 16pt, </a:t>
            </a:r>
            <a:r>
              <a:rPr lang="en-SG" err="1"/>
              <a:t>center</a:t>
            </a:r>
            <a:r>
              <a:rPr lang="en-SG"/>
              <a:t> align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0B82DF9-B792-C863-B52E-C666A64C095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775200" y="2779433"/>
            <a:ext cx="2641600" cy="960967"/>
          </a:xfrm>
          <a:solidFill>
            <a:schemeClr val="accent2"/>
          </a:solidFill>
        </p:spPr>
        <p:txBody>
          <a:bodyPr tIns="9000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667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987,654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7AC8AD83-38D9-2FEF-A964-B93F9156952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039997" y="4350055"/>
            <a:ext cx="1920000" cy="960967"/>
          </a:xfrm>
          <a:solidFill>
            <a:schemeClr val="accent3"/>
          </a:solidFill>
        </p:spPr>
        <p:txBody>
          <a:bodyPr tIns="9000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667" b="1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100%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B79523-2FD7-7D9B-BF53-27AE39185A5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59995" y="336000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Figures – Key Data: Open Sans, bold 28pt, left align</a:t>
            </a:r>
            <a:endParaRPr lang="en-US" dirty="0"/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D2233250-B3C2-A2FA-BC6A-C2C422333FEE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C8DC3257-7234-DE6F-81DF-595D118B112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884EC961-E7AC-027B-91B1-ECE8819FABA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23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58020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(Icon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91DAA56-4D18-4E53-8300-291B375944D7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29337" y="2162437"/>
            <a:ext cx="4800000" cy="38400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60 words</a:t>
            </a:r>
            <a:endParaRPr lang="en-SG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A56C555-217D-48C1-92A2-D4A6491C1E8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7" y="328785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2 Columns (Icons): Open Sans, bold 28pt, left align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B1C56639-6423-A43C-48C2-0D3471DD73AE}"/>
              </a:ext>
            </a:extLst>
          </p:cNvPr>
          <p:cNvSpPr>
            <a:spLocks noGrp="1"/>
          </p:cNvSpPr>
          <p:nvPr>
            <p:ph type="body" sz="quarter" idx="123" hasCustomPrompt="1"/>
          </p:nvPr>
        </p:nvSpPr>
        <p:spPr>
          <a:xfrm>
            <a:off x="5909337" y="2162437"/>
            <a:ext cx="4800000" cy="3840000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60 words</a:t>
            </a:r>
            <a:endParaRPr lang="en-SG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52D0AD0-4B15-FFFA-D2F9-7764F5E6DC5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337" y="1195223"/>
            <a:ext cx="96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Icon: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EC7C882A-8995-C043-094E-952BB6EF2064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589337" y="1195223"/>
            <a:ext cx="384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2133" b="1" i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Subject</a:t>
            </a: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419DE6B0-023F-416B-E835-0BE83B895F77}"/>
              </a:ext>
            </a:extLst>
          </p:cNvPr>
          <p:cNvSpPr>
            <a:spLocks noGrp="1"/>
          </p:cNvSpPr>
          <p:nvPr>
            <p:ph type="pic" sz="quarter" idx="125" hasCustomPrompt="1"/>
          </p:nvPr>
        </p:nvSpPr>
        <p:spPr>
          <a:xfrm>
            <a:off x="5909337" y="1195223"/>
            <a:ext cx="96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Icon: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0E985A43-6E14-88F8-CCD3-CAA6722C5F43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6869337" y="1195223"/>
            <a:ext cx="384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2133" b="1" i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Subject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E162FC79-3071-CD54-1CAE-6FA2A2798F01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1563EFD-D6B2-D12F-F628-69ABC7DE3F6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30481E4-0234-B84F-21AF-614A7FC098A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21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8908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Icon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2AE20A20-AEDD-D366-F08B-412333FA23F0}"/>
              </a:ext>
            </a:extLst>
          </p:cNvPr>
          <p:cNvSpPr>
            <a:spLocks noGrp="1"/>
          </p:cNvSpPr>
          <p:nvPr>
            <p:ph type="body" sz="quarter" idx="120" hasCustomPrompt="1"/>
          </p:nvPr>
        </p:nvSpPr>
        <p:spPr>
          <a:xfrm>
            <a:off x="629340" y="2162437"/>
            <a:ext cx="3120000" cy="3693067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35 words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3D4C44C7-4B51-CB1B-08B4-2C688F8A84AF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7" y="336000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3 Columns (Icons): Open Sans, bold 28pt, left align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461C5E75-E641-E5E6-6495-F8138361CC33}"/>
              </a:ext>
            </a:extLst>
          </p:cNvPr>
          <p:cNvSpPr>
            <a:spLocks noGrp="1"/>
          </p:cNvSpPr>
          <p:nvPr>
            <p:ph type="body" sz="quarter" idx="126" hasCustomPrompt="1"/>
          </p:nvPr>
        </p:nvSpPr>
        <p:spPr>
          <a:xfrm>
            <a:off x="4107557" y="2162437"/>
            <a:ext cx="3120000" cy="3693067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35 words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BB0260EB-DDB8-7E1C-276F-53EB50290061}"/>
              </a:ext>
            </a:extLst>
          </p:cNvPr>
          <p:cNvSpPr>
            <a:spLocks noGrp="1"/>
          </p:cNvSpPr>
          <p:nvPr>
            <p:ph type="body" sz="quarter" idx="129" hasCustomPrompt="1"/>
          </p:nvPr>
        </p:nvSpPr>
        <p:spPr>
          <a:xfrm>
            <a:off x="7589337" y="2162437"/>
            <a:ext cx="3120000" cy="3693067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200"/>
              </a:spcBef>
              <a:buNone/>
              <a:defRPr lang="en-SG" sz="20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35 words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2D9151B7-4E0B-5B81-E664-ACF5AEE71487}"/>
              </a:ext>
            </a:extLst>
          </p:cNvPr>
          <p:cNvSpPr>
            <a:spLocks noGrp="1"/>
          </p:cNvSpPr>
          <p:nvPr>
            <p:ph type="body" sz="quarter" idx="121" hasCustomPrompt="1"/>
          </p:nvPr>
        </p:nvSpPr>
        <p:spPr>
          <a:xfrm>
            <a:off x="1589337" y="1202437"/>
            <a:ext cx="2160003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2133" b="1" i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Subject</a:t>
            </a:r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7BC6EF1E-ACFB-BB93-2B4E-3760E99D57F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337" y="1202437"/>
            <a:ext cx="96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Icon: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6B3C3EA-5F3B-3EBB-5AC2-C55B8C84742C}"/>
              </a:ext>
            </a:extLst>
          </p:cNvPr>
          <p:cNvSpPr>
            <a:spLocks noGrp="1"/>
          </p:cNvSpPr>
          <p:nvPr>
            <p:ph type="body" sz="quarter" idx="127" hasCustomPrompt="1"/>
          </p:nvPr>
        </p:nvSpPr>
        <p:spPr>
          <a:xfrm>
            <a:off x="5067555" y="1202437"/>
            <a:ext cx="2160003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2133" b="1" i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Subject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37E21ACE-F5F3-4698-F260-6D400B3B2C7B}"/>
              </a:ext>
            </a:extLst>
          </p:cNvPr>
          <p:cNvSpPr>
            <a:spLocks noGrp="1"/>
          </p:cNvSpPr>
          <p:nvPr>
            <p:ph type="pic" sz="quarter" idx="128" hasCustomPrompt="1"/>
          </p:nvPr>
        </p:nvSpPr>
        <p:spPr>
          <a:xfrm>
            <a:off x="4107555" y="1202437"/>
            <a:ext cx="96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Icon: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56E4CDD-61E4-5BF4-7617-D77EF632755B}"/>
              </a:ext>
            </a:extLst>
          </p:cNvPr>
          <p:cNvSpPr>
            <a:spLocks noGrp="1"/>
          </p:cNvSpPr>
          <p:nvPr>
            <p:ph type="body" sz="quarter" idx="130" hasCustomPrompt="1"/>
          </p:nvPr>
        </p:nvSpPr>
        <p:spPr>
          <a:xfrm>
            <a:off x="8549335" y="1202437"/>
            <a:ext cx="2160003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90000" tIns="90000" rIns="90000" bIns="9000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2133" b="1" i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Subject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6D7D2E5-E6F6-DCD7-468D-7D6811D63027}"/>
              </a:ext>
            </a:extLst>
          </p:cNvPr>
          <p:cNvSpPr>
            <a:spLocks noGrp="1"/>
          </p:cNvSpPr>
          <p:nvPr>
            <p:ph type="pic" sz="quarter" idx="131" hasCustomPrompt="1"/>
          </p:nvPr>
        </p:nvSpPr>
        <p:spPr>
          <a:xfrm>
            <a:off x="7589335" y="1202437"/>
            <a:ext cx="960000" cy="960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Icon: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17" name="Slide Number Placeholder 8">
            <a:extLst>
              <a:ext uri="{FF2B5EF4-FFF2-40B4-BE49-F238E27FC236}">
                <a16:creationId xmlns:a16="http://schemas.microsoft.com/office/drawing/2014/main" id="{E537EB6A-8148-4557-6103-F310825E7D51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4D1DC4D-B905-6845-6531-25C52182609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37ECD18A-52A9-BE7F-E7CD-3C5BE94788F7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35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36477953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– Individu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A142F895-9D58-061F-B5BC-A082B857BA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09341" y="2730061"/>
            <a:ext cx="7800000" cy="336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lang="en-SG" sz="1600" b="0" i="0" smtClean="0">
                <a:effectLst/>
              </a:defRPr>
            </a:lvl1pPr>
          </a:lstStyle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16pt, left align, maximum 170 words</a:t>
            </a:r>
            <a:endParaRPr lang="en-SG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3960BCF-5E6A-D435-FA4C-5C3928A586B9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629340" y="1202343"/>
            <a:ext cx="1920000" cy="1920000"/>
          </a:xfrm>
          <a:prstGeom prst="ellipse">
            <a:avLst/>
          </a:prstGeom>
          <a:solidFill>
            <a:schemeClr val="accent2">
              <a:alpha val="10000"/>
            </a:schemeClr>
          </a:solidFill>
        </p:spPr>
        <p:txBody>
          <a:bodyPr>
            <a:normAutofit/>
          </a:bodyPr>
          <a:lstStyle>
            <a:lvl1pPr marL="0" marR="0" indent="0" algn="ctr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67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Profile</a:t>
            </a:r>
            <a:r>
              <a:rPr lang="x-none"/>
              <a:t>:</a:t>
            </a:r>
            <a:r>
              <a:rPr lang="en-US"/>
              <a:t> Maximum</a:t>
            </a:r>
            <a:br>
              <a:rPr lang="en-US"/>
            </a:br>
            <a:r>
              <a:rPr lang="en-US"/>
              <a:t>H4 x W4cm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CAB7E877-5062-2CCF-9C22-87E397EE74D0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2909340" y="1452401"/>
            <a:ext cx="780000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Designation, Department</a:t>
            </a:r>
            <a:br>
              <a:rPr lang="en-SG"/>
            </a:br>
            <a:endParaRPr lang="en-SG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90C6019C-AA6E-0787-8AAF-0D9E37A20B3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2909340" y="1202343"/>
            <a:ext cx="780000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Name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3D74B08-11AC-2B0C-6F2C-7A8F656ED1C5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2909340" y="1708507"/>
            <a:ext cx="780000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Research Institute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3D0451F-E24B-5A89-E9A7-11C468CB976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909340" y="1963285"/>
            <a:ext cx="780000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Tel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2ECFBF7-8665-10FD-5D68-D82A176753F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909340" y="2221203"/>
            <a:ext cx="7800003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Email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37EA4AA-2AE2-6F3C-266E-5A3E2BE18170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7" y="336000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Profile – Individual: Open Sans, bold 28pt, left align</a:t>
            </a:r>
            <a:endParaRPr lang="en-US" dirty="0"/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D9A7ED67-9B9C-6C31-7E98-9C064BAF99A9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FE9C4B4F-F134-9212-C10F-09A7C1C3D74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E8CBFF90-3090-5CFC-D401-A11A44B6FFAF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22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545606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– Tea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9F09530-CD3C-7427-4C9A-E40FF743995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29337" y="336000"/>
            <a:ext cx="10080000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Profile – Team: Open Sans, bold 28pt, left align</a:t>
            </a:r>
            <a:endParaRPr lang="en-US" dirty="0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DB2961F-1E47-02C0-16C2-0A16BD6A8E3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343" y="1202437"/>
            <a:ext cx="960000" cy="96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Profile</a:t>
            </a:r>
            <a:r>
              <a:rPr lang="x-none"/>
              <a:t>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5187399-7F1D-DC04-2BEC-2F1C96E93F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29336" y="2488537"/>
            <a:ext cx="8880000" cy="768000"/>
          </a:xfrm>
          <a:prstGeom prst="rect">
            <a:avLst/>
          </a:prstGeom>
          <a:noFill/>
        </p:spPr>
        <p:txBody>
          <a:bodyPr vert="horz" lIns="0" tIns="0" rIns="0" bIns="90000" anchor="t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SG" b="0" i="0">
                <a:effectLst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Short Introduction: Open Sans, regular 16pt, left align, maximum 20 words</a:t>
            </a:r>
            <a:endParaRPr lang="en-SG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857430B-7891-33D6-83BB-3C892EE92936}"/>
              </a:ext>
            </a:extLst>
          </p:cNvPr>
          <p:cNvCxnSpPr>
            <a:cxnSpLocks/>
          </p:cNvCxnSpPr>
          <p:nvPr userDrawn="1"/>
        </p:nvCxnSpPr>
        <p:spPr>
          <a:xfrm>
            <a:off x="629342" y="3524791"/>
            <a:ext cx="10079996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DEA14B0-DA50-F5F6-B761-B747325A482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113313" y="2488537"/>
            <a:ext cx="480000" cy="48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QR</a:t>
            </a:r>
            <a:r>
              <a:rPr lang="x-none"/>
              <a:t>:</a:t>
            </a:r>
            <a:br>
              <a:rPr lang="en-US"/>
            </a:br>
            <a:r>
              <a:rPr lang="en-US"/>
              <a:t>1x1cm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87397B07-EBEE-F3DA-4A56-89C7B3EF8551}"/>
              </a:ext>
            </a:extLst>
          </p:cNvPr>
          <p:cNvSpPr>
            <a:spLocks noGrp="1"/>
          </p:cNvSpPr>
          <p:nvPr>
            <p:ph type="pic" sz="quarter" idx="84" hasCustomPrompt="1"/>
          </p:nvPr>
        </p:nvSpPr>
        <p:spPr>
          <a:xfrm>
            <a:off x="629343" y="3793140"/>
            <a:ext cx="960000" cy="96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Profile</a:t>
            </a:r>
            <a:r>
              <a:rPr lang="x-none"/>
              <a:t>:</a:t>
            </a:r>
            <a:br>
              <a:rPr lang="en-US"/>
            </a:br>
            <a:r>
              <a:rPr lang="en-US"/>
              <a:t>Maximum</a:t>
            </a:r>
            <a:br>
              <a:rPr lang="en-US"/>
            </a:br>
            <a:r>
              <a:rPr lang="en-US"/>
              <a:t>2 x 2cm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805A776D-F52E-DA92-1367-24978AA9A14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1829336" y="5079240"/>
            <a:ext cx="8879997" cy="768000"/>
          </a:xfrm>
          <a:prstGeom prst="rect">
            <a:avLst/>
          </a:prstGeom>
          <a:noFill/>
        </p:spPr>
        <p:txBody>
          <a:bodyPr vert="horz" lIns="0" tIns="0" rIns="0" bIns="90000" anchor="t">
            <a:no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SG" b="0" i="0">
                <a:effectLst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Short Introduction: Open Sans, regular 16pt, left align, maximum 20 words</a:t>
            </a:r>
            <a:endParaRPr lang="en-SG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25A3E562-6D7A-46D2-5EF1-7816396817A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1829338" y="4050319"/>
            <a:ext cx="8879997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Designation, Department</a:t>
            </a:r>
            <a:br>
              <a:rPr lang="en-SG"/>
            </a:br>
            <a:endParaRPr lang="en-SG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11EA7403-3C6A-7347-C9B1-67927587AED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1829338" y="3793045"/>
            <a:ext cx="8879997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B7B885C-4945-C77A-E730-DBD8CEF12D60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829338" y="4306424"/>
            <a:ext cx="8879997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Research Institute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3E98B70-B065-FA6E-B809-492A9C9B547C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1829338" y="4561037"/>
            <a:ext cx="8879997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Email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CCC0B9F8-4E9A-E563-21BA-DCFF67E8AC47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113313" y="5079240"/>
            <a:ext cx="480000" cy="48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90000">
            <a:no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QR</a:t>
            </a:r>
            <a:r>
              <a:rPr lang="x-none"/>
              <a:t>:</a:t>
            </a:r>
            <a:br>
              <a:rPr lang="en-US"/>
            </a:br>
            <a:r>
              <a:rPr lang="en-US"/>
              <a:t>1x1cm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C5BA8B8C-14CF-222B-6A0F-3C6CAF92E07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829337" y="1452401"/>
            <a:ext cx="8879996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Designation, Department</a:t>
            </a:r>
            <a:br>
              <a:rPr lang="en-SG"/>
            </a:br>
            <a:endParaRPr lang="en-SG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C0259DD-8422-7CDE-EF70-4A6F7949FF3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29337" y="1202343"/>
            <a:ext cx="8879996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Name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80DF89F-690B-62E9-0F5D-794AA307E800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29337" y="1708507"/>
            <a:ext cx="8879996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Research Institute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88299E56-C02E-B66F-E5E3-ADE50E20951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29337" y="1963120"/>
            <a:ext cx="8879996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Email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49AF62E-940E-B3B2-7333-915640FF360B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B276476-FEE7-8892-C422-BE0F0CE24AD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D07568-80BB-230E-B6CC-1A3484DEE12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39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42026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C7C851BA-E7D8-D91E-A908-F8FF93DC774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349" y="1200000"/>
            <a:ext cx="2400000" cy="120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Research Institute Logo</a:t>
            </a:r>
            <a:r>
              <a:rPr lang="x-none"/>
              <a:t>:</a:t>
            </a:r>
            <a:br>
              <a:rPr lang="en-US"/>
            </a:br>
            <a:r>
              <a:rPr lang="en-US"/>
              <a:t>Maximum H2.5 x W5cm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5F25F639-F22D-2CF7-0988-910DF715271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08349" y="2892805"/>
            <a:ext cx="2400000" cy="120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Research Institute Logo</a:t>
            </a:r>
            <a:r>
              <a:rPr lang="x-none"/>
              <a:t>:</a:t>
            </a:r>
            <a:br>
              <a:rPr lang="en-US"/>
            </a:br>
            <a:r>
              <a:rPr lang="en-US"/>
              <a:t>Maximum H2.5 x W5cm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C4AEE83-DE53-77EE-ACD9-56BF69405A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88349" y="3151251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Designation, Department</a:t>
            </a:r>
            <a:br>
              <a:rPr lang="en-SG"/>
            </a:br>
            <a:endParaRPr lang="en-SG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EB850C0F-D1C9-B4B3-7A6B-94010382E5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88349" y="2893977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Name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D0BE15A-1D95-1695-0F91-15DE470295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88349" y="3407356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Research Institute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3107A42B-9AE3-BCBD-1649-2F50D94A257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8349" y="3662135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Tel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E3C2971E-7C70-2980-5D3C-14DF82BA88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8349" y="3912837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Email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20316936-0131-9B83-5FB2-250F57F6744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8349" y="4585612"/>
            <a:ext cx="2400000" cy="1200000"/>
          </a:xfrm>
          <a:prstGeom prst="rect">
            <a:avLst/>
          </a:prstGeom>
          <a:solidFill>
            <a:schemeClr val="accent2">
              <a:alpha val="10000"/>
            </a:schemeClr>
          </a:solidFill>
        </p:spPr>
        <p:txBody>
          <a:bodyPr vert="horz" lIns="0" tIns="0" rIns="0" bIns="0">
            <a:normAutofit/>
          </a:bodyPr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67" b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/>
              <a:t>Research Institute Logo</a:t>
            </a:r>
            <a:r>
              <a:rPr lang="x-none"/>
              <a:t>:</a:t>
            </a:r>
            <a:br>
              <a:rPr lang="en-US"/>
            </a:br>
            <a:r>
              <a:rPr lang="en-US"/>
              <a:t>Maximum H2.5 x W5cm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C955F4E-5CCC-1F36-8AD6-03717A695D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350" y="336000"/>
            <a:ext cx="7439991" cy="48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buNone/>
              <a:defRPr sz="2800" b="1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lvl="0"/>
            <a:r>
              <a:rPr lang="en-GB" dirty="0"/>
              <a:t>Contact Us: Open Sans, bold 28pt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AF96133-4D13-D783-A099-DAC442A99004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488349" y="4835671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Designation, Department</a:t>
            </a:r>
            <a:br>
              <a:rPr lang="en-SG"/>
            </a:br>
            <a:endParaRPr lang="en-SG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2B891AF2-5D36-B8D4-2178-FB9C10A006E9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3488349" y="4585612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Name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FA868BF0-87EB-28A3-7DF9-B0D0AF4DCA6E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3488349" y="5091776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Research Institute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25C42D5-292A-E4BA-9073-C8FEB70A460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488349" y="5346555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Tel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E7CDB07-96CF-0463-456F-581B5CF1F1C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488349" y="5604472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Email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4BEC0909-3505-968B-1D35-CDFE8A726BB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488349" y="1452401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Designation, Department</a:t>
            </a:r>
            <a:br>
              <a:rPr lang="en-SG"/>
            </a:br>
            <a:endParaRPr lang="en-SG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24C7B65A-A2F4-7689-DA0D-C10C65294BA7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88349" y="1202343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1" i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Name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F19B1E-7BD1-1570-6F01-837996AD2E6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3488349" y="1708507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Research Institute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03AF46E5-C40D-704E-8892-FDB12946CF6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3488349" y="1963285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Tel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F301CD73-80AC-337C-49C4-41E7C820232E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3488349" y="2221203"/>
            <a:ext cx="4560000" cy="24000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600" b="0" spc="0" baseline="0">
                <a:solidFill>
                  <a:schemeClr val="accent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/>
              <a:t>Email</a:t>
            </a:r>
          </a:p>
        </p:txBody>
      </p:sp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79D8F9B1-AE3B-0922-53F0-86502728A2A4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07538C67-D39D-43D8-731D-4E6318432D0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00E8E27A-7D4A-3645-AC56-1447AA3D1B84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6540547" y="6510274"/>
            <a:ext cx="4301897" cy="193627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Source/Reference:</a:t>
            </a:r>
          </a:p>
        </p:txBody>
      </p:sp>
      <p:sp>
        <p:nvSpPr>
          <p:cNvPr id="33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2439166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1">
    <p:bg>
      <p:bgPr>
        <a:solidFill>
          <a:schemeClr val="accent1">
            <a:alpha val="9933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A29B7C6-2DA4-771D-45EF-3C3C4F96CB0A}"/>
              </a:ext>
            </a:extLst>
          </p:cNvPr>
          <p:cNvSpPr txBox="1">
            <a:spLocks/>
          </p:cNvSpPr>
          <p:nvPr/>
        </p:nvSpPr>
        <p:spPr>
          <a:xfrm>
            <a:off x="5611529" y="4277250"/>
            <a:ext cx="1049313" cy="20096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dirty="0">
                <a:solidFill>
                  <a:schemeClr val="bg1"/>
                </a:solidFill>
              </a:rPr>
              <a:t>ASTARSG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99E0CB-DA31-FD94-95B4-85B4779E6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99" y="4277278"/>
            <a:ext cx="265300" cy="265300"/>
          </a:xfrm>
          <a:prstGeom prst="rect">
            <a:avLst/>
          </a:prstGeom>
        </p:spPr>
      </p:pic>
      <p:pic>
        <p:nvPicPr>
          <p:cNvPr id="11" name="Picture 10" descr="A logo of a camera&#10;&#10;Description automatically generated">
            <a:extLst>
              <a:ext uri="{FF2B5EF4-FFF2-40B4-BE49-F238E27FC236}">
                <a16:creationId xmlns:a16="http://schemas.microsoft.com/office/drawing/2014/main" id="{4FE12FFE-DAAC-8E0B-F51B-3A77D1B6E268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29" y="4277250"/>
            <a:ext cx="265300" cy="265300"/>
          </a:xfrm>
          <a:prstGeom prst="rect">
            <a:avLst/>
          </a:prstGeom>
        </p:spPr>
      </p:pic>
      <p:pic>
        <p:nvPicPr>
          <p:cNvPr id="13" name="Picture 12" descr="A black letter f in a white circle&#10;&#10;Description automatically generated">
            <a:extLst>
              <a:ext uri="{FF2B5EF4-FFF2-40B4-BE49-F238E27FC236}">
                <a16:creationId xmlns:a16="http://schemas.microsoft.com/office/drawing/2014/main" id="{5945733C-AE25-18B5-3C60-67968B0208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4813" y="4262800"/>
            <a:ext cx="274746" cy="27474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89225C-43EB-DD93-9C3D-A267E53B0E9D}"/>
              </a:ext>
            </a:extLst>
          </p:cNvPr>
          <p:cNvCxnSpPr>
            <a:cxnSpLocks/>
          </p:cNvCxnSpPr>
          <p:nvPr userDrawn="1"/>
        </p:nvCxnSpPr>
        <p:spPr>
          <a:xfrm>
            <a:off x="3027746" y="3576051"/>
            <a:ext cx="6265527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7BA1E512-B882-8F3C-E3E5-3BB2FBA96DB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0002" y="3766677"/>
            <a:ext cx="10631993" cy="25613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10000"/>
              </a:lnSpc>
              <a:buNone/>
              <a:defRPr sz="1600" b="0" i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algn="ctr"/>
            <a:r>
              <a:rPr lang="en-GB" dirty="0"/>
              <a:t>For more information, visit </a:t>
            </a:r>
            <a:r>
              <a:rPr lang="en-GB" dirty="0" err="1"/>
              <a:t>www.a-star.edu.sg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C358C-6897-38A3-78AE-B18BD3AA1050}"/>
              </a:ext>
            </a:extLst>
          </p:cNvPr>
          <p:cNvSpPr txBox="1"/>
          <p:nvPr userDrawn="1"/>
        </p:nvSpPr>
        <p:spPr>
          <a:xfrm>
            <a:off x="3027746" y="2628781"/>
            <a:ext cx="62655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solidFill>
                  <a:schemeClr val="bg1"/>
                </a:solidFill>
                <a:latin typeface="+mj-lt"/>
              </a:rPr>
              <a:t>THANK YOU</a:t>
            </a:r>
            <a:endParaRPr lang="en-SG" sz="4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5" name="Text Placeholder 11">
            <a:extLst>
              <a:ext uri="{FF2B5EF4-FFF2-40B4-BE49-F238E27FC236}">
                <a16:creationId xmlns:a16="http://schemas.microsoft.com/office/drawing/2014/main" id="{C71BE481-CA1B-FC23-ECF2-CBCDED77AD47}"/>
              </a:ext>
            </a:extLst>
          </p:cNvPr>
          <p:cNvSpPr txBox="1">
            <a:spLocks/>
          </p:cNvSpPr>
          <p:nvPr userDrawn="1"/>
        </p:nvSpPr>
        <p:spPr>
          <a:xfrm>
            <a:off x="7270499" y="4276761"/>
            <a:ext cx="1282024" cy="20096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0" i="0" dirty="0">
                <a:solidFill>
                  <a:schemeClr val="bg1"/>
                </a:solidFill>
                <a:effectLst/>
              </a:rPr>
              <a:t>ASTAR-SG</a:t>
            </a:r>
            <a:endParaRPr lang="en-SG" sz="1600" dirty="0">
              <a:solidFill>
                <a:schemeClr val="bg1"/>
              </a:solidFill>
            </a:endParaRPr>
          </a:p>
        </p:txBody>
      </p:sp>
      <p:pic>
        <p:nvPicPr>
          <p:cNvPr id="25" name="Picture 24" descr="A black arrow on a white background&#10;&#10;Description automatically generated">
            <a:extLst>
              <a:ext uri="{FF2B5EF4-FFF2-40B4-BE49-F238E27FC236}">
                <a16:creationId xmlns:a16="http://schemas.microsoft.com/office/drawing/2014/main" id="{AEB72C5C-347A-0DDF-D7EC-0053639B722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957632" y="4274114"/>
            <a:ext cx="373280" cy="263432"/>
          </a:xfrm>
          <a:prstGeom prst="rect">
            <a:avLst/>
          </a:prstGeom>
        </p:spPr>
      </p:pic>
      <p:pic>
        <p:nvPicPr>
          <p:cNvPr id="27" name="Picture 26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75E00C39-51BA-F66A-99FE-B97D3D29821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76502" y="4281406"/>
            <a:ext cx="223400" cy="256140"/>
          </a:xfrm>
          <a:prstGeom prst="rect">
            <a:avLst/>
          </a:prstGeom>
        </p:spPr>
      </p:pic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53E0851F-2360-4796-0982-89E4595D2B46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14313E2-0A38-3DDA-A877-E6853D7D76C0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66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40031808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40A6941-43DE-0B3E-0CD2-CE15D4A69DBA}"/>
              </a:ext>
            </a:extLst>
          </p:cNvPr>
          <p:cNvSpPr txBox="1">
            <a:spLocks/>
          </p:cNvSpPr>
          <p:nvPr userDrawn="1"/>
        </p:nvSpPr>
        <p:spPr>
          <a:xfrm>
            <a:off x="7211313" y="4310572"/>
            <a:ext cx="1282024" cy="20096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b="0" i="0" dirty="0">
                <a:solidFill>
                  <a:schemeClr val="accent1"/>
                </a:solidFill>
                <a:effectLst/>
              </a:rPr>
              <a:t>ASTAR-SG</a:t>
            </a:r>
            <a:endParaRPr lang="en-SG" sz="1600" dirty="0">
              <a:solidFill>
                <a:schemeClr val="accent1"/>
              </a:solidFill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D1EF201-3642-3E5E-2626-108FD526F548}"/>
              </a:ext>
            </a:extLst>
          </p:cNvPr>
          <p:cNvSpPr txBox="1">
            <a:spLocks/>
          </p:cNvSpPr>
          <p:nvPr userDrawn="1"/>
        </p:nvSpPr>
        <p:spPr>
          <a:xfrm>
            <a:off x="5543393" y="4304619"/>
            <a:ext cx="1049313" cy="200969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685800" rtl="0" eaLnBrk="1" latinLnBrk="0" hangingPunct="1">
              <a:lnSpc>
                <a:spcPct val="11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kern="1200" spc="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1600" dirty="0">
                <a:solidFill>
                  <a:schemeClr val="accent1"/>
                </a:solidFill>
              </a:rPr>
              <a:t>ASTARSG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A3B262E-6DAC-B970-0766-348962E58F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20069" y="4293868"/>
            <a:ext cx="265300" cy="2653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3EB0590-5B92-0D99-D8E0-68E654F3C4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95695" y="4293868"/>
            <a:ext cx="265300" cy="2653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C9B7B96-8620-3DB9-6B2C-6B88140A39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79458" y="4293868"/>
            <a:ext cx="265300" cy="26530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A05D0A-6D6F-B9C2-2787-63AC432EFCAB}"/>
              </a:ext>
            </a:extLst>
          </p:cNvPr>
          <p:cNvCxnSpPr>
            <a:cxnSpLocks/>
          </p:cNvCxnSpPr>
          <p:nvPr userDrawn="1"/>
        </p:nvCxnSpPr>
        <p:spPr>
          <a:xfrm>
            <a:off x="3027746" y="3576051"/>
            <a:ext cx="6265527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FBA7502-CFDD-E914-24D4-46F4847EE97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80002" y="3766677"/>
            <a:ext cx="10631993" cy="25613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ct val="110000"/>
              </a:lnSpc>
              <a:buNone/>
              <a:defRPr sz="1600" b="0" i="0">
                <a:solidFill>
                  <a:schemeClr val="accent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189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2pPr>
            <a:lvl3pPr marL="914377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3pPr>
            <a:lvl4pPr marL="1371566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4pPr>
            <a:lvl5pPr marL="1828754" indent="0">
              <a:buNone/>
              <a:defRPr b="1" i="0">
                <a:solidFill>
                  <a:schemeClr val="bg1"/>
                </a:solidFill>
                <a:latin typeface="Gilroy SemiBold" pitchFamily="2" charset="77"/>
              </a:defRPr>
            </a:lvl5pPr>
          </a:lstStyle>
          <a:p>
            <a:pPr algn="ctr"/>
            <a:r>
              <a:rPr lang="en-GB" dirty="0"/>
              <a:t>For more information, visit </a:t>
            </a:r>
            <a:r>
              <a:rPr lang="en-GB" dirty="0" err="1"/>
              <a:t>www.a-star.edu.sg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BADB5-A0F1-48D7-7047-141DAA34E26E}"/>
              </a:ext>
            </a:extLst>
          </p:cNvPr>
          <p:cNvSpPr txBox="1"/>
          <p:nvPr userDrawn="1"/>
        </p:nvSpPr>
        <p:spPr>
          <a:xfrm>
            <a:off x="3027746" y="2760955"/>
            <a:ext cx="6265527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solidFill>
                  <a:schemeClr val="accent1"/>
                </a:solidFill>
              </a:rPr>
              <a:t>THANK YOU</a:t>
            </a:r>
            <a:endParaRPr lang="en-SG" sz="4600" b="1" dirty="0">
              <a:solidFill>
                <a:schemeClr val="accent1"/>
              </a:solidFill>
            </a:endParaRPr>
          </a:p>
        </p:txBody>
      </p:sp>
      <p:pic>
        <p:nvPicPr>
          <p:cNvPr id="15" name="Picture 14" descr="A red and white flag with a white triangle&#10;&#10;Description automatically generated">
            <a:extLst>
              <a:ext uri="{FF2B5EF4-FFF2-40B4-BE49-F238E27FC236}">
                <a16:creationId xmlns:a16="http://schemas.microsoft.com/office/drawing/2014/main" id="{DEFE5BF9-5D4F-BB3B-EC97-FC17643FF4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865281" y="4303029"/>
            <a:ext cx="363781" cy="256139"/>
          </a:xfrm>
          <a:prstGeom prst="rect">
            <a:avLst/>
          </a:prstGeom>
        </p:spPr>
      </p:pic>
      <p:pic>
        <p:nvPicPr>
          <p:cNvPr id="17" name="Picture 1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76FF9D-AC20-174C-BDED-97CE3C9FC16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244443" y="4303880"/>
            <a:ext cx="222657" cy="255288"/>
          </a:xfrm>
          <a:prstGeom prst="rect">
            <a:avLst/>
          </a:prstGeom>
        </p:spPr>
      </p:pic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DA683E2F-FE88-0A2B-DA3D-F6EAF5FE6EEA}"/>
              </a:ext>
            </a:extLst>
          </p:cNvPr>
          <p:cNvSpPr txBox="1">
            <a:spLocks/>
          </p:cNvSpPr>
          <p:nvPr userDrawn="1"/>
        </p:nvSpPr>
        <p:spPr>
          <a:xfrm>
            <a:off x="239999" y="6518548"/>
            <a:ext cx="720517" cy="1770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r" defTabSz="914400" rtl="0" eaLnBrk="1" latinLnBrk="0" hangingPunct="1">
              <a:lnSpc>
                <a:spcPct val="110000"/>
              </a:lnSpc>
              <a:defRPr sz="1300" kern="1200">
                <a:solidFill>
                  <a:srgbClr val="22222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15E97092-FB62-2940-BF72-90FEE759286B}" type="slidenum">
              <a:rPr lang="en-US" sz="800" smtClean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algn="l"/>
              <a:t>‹#›</a:t>
            </a:fld>
            <a:endParaRPr lang="en-US" sz="800" dirty="0">
              <a:solidFill>
                <a:schemeClr val="bg2">
                  <a:lumMod val="50000"/>
                  <a:alpha val="61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224AD59-FC5B-3532-BD1A-DC0DC73DB95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558174" y="6518548"/>
            <a:ext cx="4876800" cy="177080"/>
          </a:xfrm>
          <a:prstGeom prst="rect">
            <a:avLst/>
          </a:prstGeom>
        </p:spPr>
        <p:txBody>
          <a:bodyPr vert="horz" lIns="0" tIns="0" r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900" b="0" spc="0" baseline="0">
                <a:solidFill>
                  <a:schemeClr val="bg2">
                    <a:lumMod val="50000"/>
                    <a:alpha val="61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SG" dirty="0"/>
              <a:t>(Security / Sensitivity) Classification</a:t>
            </a:r>
          </a:p>
        </p:txBody>
      </p:sp>
      <p:sp>
        <p:nvSpPr>
          <p:cNvPr id="30" name="Simulation Notice"/>
          <p:cNvSpPr txBox="1"/>
          <p:nvPr userDrawn="1"/>
        </p:nvSpPr>
        <p:spPr>
          <a:xfrm>
            <a:off x="9951415" y="0"/>
            <a:ext cx="2240280" cy="246888"/>
          </a:xfrm>
          <a:prstGeom prst="rect">
            <a:avLst/>
          </a:prstGeom>
          <a:solidFill>
            <a:srgbClr val="6D1A1F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SG" sz="1100" dirty="0">
                <a:solidFill>
                  <a:srgbClr val="FFFFFF"/>
                </a:solidFill>
                <a:latin typeface="Open Sans"/>
                <a:cs typeface="Open Sans"/>
              </a:rPr>
              <a:t>Simulation: ocelliq.com/astar-lr</a:t>
            </a:r>
          </a:p>
        </p:txBody>
      </p:sp>
    </p:spTree>
    <p:extLst>
      <p:ext uri="{BB962C8B-B14F-4D97-AF65-F5344CB8AC3E}">
        <p14:creationId xmlns:p14="http://schemas.microsoft.com/office/powerpoint/2010/main" val="165800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99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94" r:id="rId6"/>
    <p:sldLayoutId id="2147483666" r:id="rId7"/>
    <p:sldLayoutId id="2147483667" r:id="rId8"/>
    <p:sldLayoutId id="2147483668" r:id="rId9"/>
    <p:sldLayoutId id="2147483691" r:id="rId10"/>
    <p:sldLayoutId id="2147483669" r:id="rId11"/>
    <p:sldLayoutId id="2147483670" r:id="rId12"/>
    <p:sldLayoutId id="2147483687" r:id="rId13"/>
    <p:sldLayoutId id="2147483672" r:id="rId14"/>
    <p:sldLayoutId id="2147483671" r:id="rId15"/>
    <p:sldLayoutId id="2147483676" r:id="rId16"/>
    <p:sldLayoutId id="2147483673" r:id="rId17"/>
    <p:sldLayoutId id="2147483677" r:id="rId18"/>
    <p:sldLayoutId id="2147483693" r:id="rId19"/>
    <p:sldLayoutId id="2147483678" r:id="rId20"/>
    <p:sldLayoutId id="2147483679" r:id="rId21"/>
    <p:sldLayoutId id="2147483690" r:id="rId22"/>
    <p:sldLayoutId id="2147483683" r:id="rId23"/>
    <p:sldLayoutId id="2147483686" r:id="rId24"/>
    <p:sldLayoutId id="2147483685" r:id="rId25"/>
    <p:sldLayoutId id="2147483680" r:id="rId26"/>
    <p:sldLayoutId id="2147483681" r:id="rId27"/>
    <p:sldLayoutId id="2147483682" r:id="rId28"/>
    <p:sldLayoutId id="2147483688" r:id="rId29"/>
    <p:sldLayoutId id="2147483689" r:id="rId30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667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AAC04-E24C-61A0-7DF0-5F9D496B2EDF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/>
        <p:txBody>
          <a:bodyPr/>
          <a:lstStyle/>
          <a:p>
            <a:r>
              <a:rPr lang="en-GB" dirty="0"/>
              <a:t>Name of presenter </a:t>
            </a:r>
            <a:r>
              <a:rPr lang="en-US" sz="1600" b="0" dirty="0">
                <a:solidFill>
                  <a:schemeClr val="bg1"/>
                </a:solidFill>
                <a:latin typeface="Open Sans 2"/>
                <a:ea typeface="Open Sans 2"/>
                <a:cs typeface="Open Sans 2"/>
                <a:sym typeface="Open Sans 2"/>
              </a:rPr>
              <a:t>Designation(s)/Department(s)      Date                     (Security/Sensitivity) Classification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FBF66-2A88-2740-E8C9-CF6DA0AB21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Title: First Line,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Second Line,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Open Sans Bold, </a:t>
            </a:r>
            <a:b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</a:br>
            <a:r>
              <a:rPr lang="en-US" sz="3733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 1"/>
              </a:rPr>
              <a:t>36pt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B2F6F-79A9-7385-09A1-FC2BB3AF18FF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pPr lvl="0"/>
            <a:r>
              <a:rPr lang="en-GB" dirty="0"/>
              <a:t>Sub-title: Open Sans, regular, 24pt, left align</a:t>
            </a:r>
          </a:p>
        </p:txBody>
      </p:sp>
    </p:spTree>
    <p:extLst>
      <p:ext uri="{BB962C8B-B14F-4D97-AF65-F5344CB8AC3E}">
        <p14:creationId xmlns:p14="http://schemas.microsoft.com/office/powerpoint/2010/main" val="56126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FCD8-252E-6A01-54C0-2B704CEDB1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GB"/>
              <a:t>Sub-title: Open Sans, regular 22pt, left align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36B49-08DC-D847-BADA-869D41F38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DIVIDER: OPEN SANS, BOLD, 36pt, </a:t>
            </a:r>
            <a:br>
              <a:rPr lang="en-US" dirty="0"/>
            </a:br>
            <a:r>
              <a:rPr lang="en-US" dirty="0"/>
              <a:t>LEFT ALIGN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4A0AB-6ACB-959F-1374-960C51D9CBFB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pPr lvl="0"/>
            <a:r>
              <a:rPr lang="en-GB" dirty="0"/>
              <a:t>Sub-title: Open Sans, regular, 24pt, left align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079E4-9AFB-25F6-959D-695D787A07C2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063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2DE5C-A133-B4F3-252B-971148E7A07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170 words</a:t>
            </a:r>
            <a:endParaRPr lang="en-SG" b="0" i="0" dirty="0">
              <a:solidFill>
                <a:srgbClr val="424D61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53C491-A2AD-8D6E-CC37-0339ECF7EE34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pPr lvl="0"/>
            <a:r>
              <a:rPr lang="en-GB" dirty="0"/>
              <a:t>Content 1 – Paragraph: Open Sans, bold 28pt, left align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04C94-46C1-07A6-C7A7-A8FD994331F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1015E-04F8-1AC4-0D7C-E51C22DBD7C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60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4B233A-720F-1E2E-188D-3D3FA43990DC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en-SG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Paragraph: Open Sans, regular 20pt, left align, maximum 50 words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4205B5-4D9E-FE6C-787B-685B39B288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3950B8-AF1D-17D3-4B6F-6B943C86F57D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pPr lvl="0"/>
            <a:r>
              <a:rPr lang="en-GB" dirty="0"/>
              <a:t>Content 3 – Image with Text: Open Sans, bold 28pt, left align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E8D68-B1EE-DBF9-BAD5-0C018BD9DA28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0E4AC-40CC-50F2-367E-D3BA725BEAC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191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3996456A-0F6B-19C5-4C73-AF70B7B95441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SG"/>
              <a:t> 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D986DBFC-72B7-07DA-3769-025E12855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CONTENT 6C  – IMAGE &amp; BIG IDEA SHOUT-OUT</a:t>
            </a:r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4D82030-8C93-933C-A0CA-7B3291EF96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Sub-title: Open Sans, regular 20pt, left align, maximum 30 words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2797C22-9DB8-E982-0D71-020F47E03FB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6FA2306-6046-0617-7433-2E3C7BB04C1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276117-181E-FDE1-947C-B8B861E7EB63}"/>
              </a:ext>
            </a:extLst>
          </p:cNvPr>
          <p:cNvSpPr txBox="1"/>
          <p:nvPr/>
        </p:nvSpPr>
        <p:spPr>
          <a:xfrm>
            <a:off x="6297826" y="1420302"/>
            <a:ext cx="4632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Progress Report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50A4FE6-00C2-44E3-13E7-03CB1AAF7F59}"/>
              </a:ext>
            </a:extLst>
          </p:cNvPr>
          <p:cNvGrpSpPr/>
          <p:nvPr/>
        </p:nvGrpSpPr>
        <p:grpSpPr>
          <a:xfrm>
            <a:off x="6297826" y="2406499"/>
            <a:ext cx="5708704" cy="2606661"/>
            <a:chOff x="4955540" y="1605034"/>
            <a:chExt cx="4281528" cy="195499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7D4C831-5830-550B-7F21-AE2743E0C480}"/>
                </a:ext>
              </a:extLst>
            </p:cNvPr>
            <p:cNvSpPr txBox="1"/>
            <p:nvPr/>
          </p:nvSpPr>
          <p:spPr>
            <a:xfrm>
              <a:off x="4955540" y="1655064"/>
              <a:ext cx="119888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Project A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B165F49-F30F-744C-C20C-AD30A55D0972}"/>
                </a:ext>
              </a:extLst>
            </p:cNvPr>
            <p:cNvGrpSpPr/>
            <p:nvPr/>
          </p:nvGrpSpPr>
          <p:grpSpPr>
            <a:xfrm>
              <a:off x="6029556" y="1605034"/>
              <a:ext cx="2481072" cy="469392"/>
              <a:chOff x="6047232" y="1420368"/>
              <a:chExt cx="2481072" cy="469392"/>
            </a:xfrm>
          </p:grpSpPr>
          <p:sp>
            <p:nvSpPr>
              <p:cNvPr id="18" name="Rectangle: Rounded Corners 26">
                <a:extLst>
                  <a:ext uri="{FF2B5EF4-FFF2-40B4-BE49-F238E27FC236}">
                    <a16:creationId xmlns:a16="http://schemas.microsoft.com/office/drawing/2014/main" id="{3C666121-C6A9-5123-D155-C7852B3352CB}"/>
                  </a:ext>
                </a:extLst>
              </p:cNvPr>
              <p:cNvSpPr/>
              <p:nvPr/>
            </p:nvSpPr>
            <p:spPr>
              <a:xfrm>
                <a:off x="6047232" y="1420368"/>
                <a:ext cx="2481072" cy="46939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133"/>
              </a:p>
            </p:txBody>
          </p:sp>
          <p:sp>
            <p:nvSpPr>
              <p:cNvPr id="19" name="Rectangle: Rounded Corners 27">
                <a:extLst>
                  <a:ext uri="{FF2B5EF4-FFF2-40B4-BE49-F238E27FC236}">
                    <a16:creationId xmlns:a16="http://schemas.microsoft.com/office/drawing/2014/main" id="{4F468344-EA92-AD8D-27C2-E318A231F5CE}"/>
                  </a:ext>
                </a:extLst>
              </p:cNvPr>
              <p:cNvSpPr/>
              <p:nvPr/>
            </p:nvSpPr>
            <p:spPr>
              <a:xfrm>
                <a:off x="6047232" y="1420368"/>
                <a:ext cx="1847088" cy="469392"/>
              </a:xfrm>
              <a:prstGeom prst="roundRect">
                <a:avLst>
                  <a:gd name="adj" fmla="val 500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133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C126D8-D8E3-6EFA-DFC8-6652F8616F2E}"/>
                </a:ext>
              </a:extLst>
            </p:cNvPr>
            <p:cNvSpPr txBox="1"/>
            <p:nvPr/>
          </p:nvSpPr>
          <p:spPr>
            <a:xfrm>
              <a:off x="4955540" y="2397866"/>
              <a:ext cx="119888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Project B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58E065-29BF-28F0-06B9-A5617966E0DB}"/>
                </a:ext>
              </a:extLst>
            </p:cNvPr>
            <p:cNvGrpSpPr/>
            <p:nvPr/>
          </p:nvGrpSpPr>
          <p:grpSpPr>
            <a:xfrm>
              <a:off x="6029556" y="2347836"/>
              <a:ext cx="2481072" cy="469392"/>
              <a:chOff x="6047232" y="1420368"/>
              <a:chExt cx="2481072" cy="469392"/>
            </a:xfrm>
          </p:grpSpPr>
          <p:sp>
            <p:nvSpPr>
              <p:cNvPr id="16" name="Rectangle: Rounded Corners 24">
                <a:extLst>
                  <a:ext uri="{FF2B5EF4-FFF2-40B4-BE49-F238E27FC236}">
                    <a16:creationId xmlns:a16="http://schemas.microsoft.com/office/drawing/2014/main" id="{27883F25-0144-6F22-2F12-D9EC6AD9AE39}"/>
                  </a:ext>
                </a:extLst>
              </p:cNvPr>
              <p:cNvSpPr/>
              <p:nvPr/>
            </p:nvSpPr>
            <p:spPr>
              <a:xfrm>
                <a:off x="6047232" y="1420368"/>
                <a:ext cx="2481072" cy="46939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133"/>
              </a:p>
            </p:txBody>
          </p:sp>
          <p:sp>
            <p:nvSpPr>
              <p:cNvPr id="17" name="Rectangle: Rounded Corners 25">
                <a:extLst>
                  <a:ext uri="{FF2B5EF4-FFF2-40B4-BE49-F238E27FC236}">
                    <a16:creationId xmlns:a16="http://schemas.microsoft.com/office/drawing/2014/main" id="{9D22CF91-2FB6-D3C8-33F9-CAB62507F127}"/>
                  </a:ext>
                </a:extLst>
              </p:cNvPr>
              <p:cNvSpPr/>
              <p:nvPr/>
            </p:nvSpPr>
            <p:spPr>
              <a:xfrm>
                <a:off x="6047232" y="1420368"/>
                <a:ext cx="2113280" cy="469392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133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48CEAB-C969-E0CC-CA21-5152818487CF}"/>
                </a:ext>
              </a:extLst>
            </p:cNvPr>
            <p:cNvSpPr txBox="1"/>
            <p:nvPr/>
          </p:nvSpPr>
          <p:spPr>
            <a:xfrm>
              <a:off x="4955540" y="3140668"/>
              <a:ext cx="1198880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33" dirty="0"/>
                <a:t>Project C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72C4119-B134-D83B-F23A-49BCADFB773D}"/>
                </a:ext>
              </a:extLst>
            </p:cNvPr>
            <p:cNvGrpSpPr/>
            <p:nvPr/>
          </p:nvGrpSpPr>
          <p:grpSpPr>
            <a:xfrm>
              <a:off x="6029556" y="3090638"/>
              <a:ext cx="2481072" cy="469392"/>
              <a:chOff x="6047232" y="1420368"/>
              <a:chExt cx="2481072" cy="469392"/>
            </a:xfrm>
          </p:grpSpPr>
          <p:sp>
            <p:nvSpPr>
              <p:cNvPr id="14" name="Rectangle: Rounded Corners 22">
                <a:extLst>
                  <a:ext uri="{FF2B5EF4-FFF2-40B4-BE49-F238E27FC236}">
                    <a16:creationId xmlns:a16="http://schemas.microsoft.com/office/drawing/2014/main" id="{569AA7E1-DD8E-A168-2913-00BC927BA5DB}"/>
                  </a:ext>
                </a:extLst>
              </p:cNvPr>
              <p:cNvSpPr/>
              <p:nvPr/>
            </p:nvSpPr>
            <p:spPr>
              <a:xfrm>
                <a:off x="6047232" y="1420368"/>
                <a:ext cx="2481072" cy="469392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133"/>
              </a:p>
            </p:txBody>
          </p:sp>
          <p:sp>
            <p:nvSpPr>
              <p:cNvPr id="15" name="Rectangle: Rounded Corners 23">
                <a:extLst>
                  <a:ext uri="{FF2B5EF4-FFF2-40B4-BE49-F238E27FC236}">
                    <a16:creationId xmlns:a16="http://schemas.microsoft.com/office/drawing/2014/main" id="{91E3095F-1F19-C3C3-72A0-22D3E0287FA3}"/>
                  </a:ext>
                </a:extLst>
              </p:cNvPr>
              <p:cNvSpPr/>
              <p:nvPr/>
            </p:nvSpPr>
            <p:spPr>
              <a:xfrm>
                <a:off x="6047232" y="1420368"/>
                <a:ext cx="683664" cy="469392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sz="2133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1A1510C-3038-7064-0CD1-B761DA622C60}"/>
                </a:ext>
              </a:extLst>
            </p:cNvPr>
            <p:cNvSpPr txBox="1"/>
            <p:nvPr/>
          </p:nvSpPr>
          <p:spPr>
            <a:xfrm>
              <a:off x="8422640" y="1672090"/>
              <a:ext cx="814428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 dirty="0"/>
                <a:t>75%</a:t>
              </a:r>
              <a:endParaRPr lang="en-SG" sz="2133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72F05E-DDA2-FDBA-2D1E-8865E2D333E8}"/>
                </a:ext>
              </a:extLst>
            </p:cNvPr>
            <p:cNvSpPr txBox="1"/>
            <p:nvPr/>
          </p:nvSpPr>
          <p:spPr>
            <a:xfrm>
              <a:off x="8422640" y="2397866"/>
              <a:ext cx="814428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 dirty="0"/>
                <a:t>85%</a:t>
              </a:r>
              <a:endParaRPr lang="en-SG" sz="2133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392B82-475F-F0D6-5F08-153CE02EF0D0}"/>
                </a:ext>
              </a:extLst>
            </p:cNvPr>
            <p:cNvSpPr txBox="1"/>
            <p:nvPr/>
          </p:nvSpPr>
          <p:spPr>
            <a:xfrm>
              <a:off x="8422640" y="3140668"/>
              <a:ext cx="814428" cy="315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133" dirty="0"/>
                <a:t>20%</a:t>
              </a:r>
              <a:endParaRPr lang="en-SG" sz="2133" dirty="0"/>
            </a:p>
          </p:txBody>
        </p:sp>
      </p:grpSp>
    </p:spTree>
    <p:extLst>
      <p:ext uri="{BB962C8B-B14F-4D97-AF65-F5344CB8AC3E}">
        <p14:creationId xmlns:p14="http://schemas.microsoft.com/office/powerpoint/2010/main" val="3416137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0A335A-26DF-2175-3A9D-BD63639DB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123,456,789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50A1C4-9F4E-1BBB-2B26-0123C608B55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r>
              <a:rPr lang="en-SG" dirty="0"/>
              <a:t>Paragraph: Open San, bold 16pt, </a:t>
            </a:r>
            <a:r>
              <a:rPr lang="en-SG" dirty="0" err="1"/>
              <a:t>center</a:t>
            </a:r>
            <a:r>
              <a:rPr lang="en-SG" dirty="0"/>
              <a:t> align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56D739-5E24-6408-5178-FED93039A3EF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r>
              <a:rPr lang="en-SG"/>
              <a:t>Paragraph: Open San, bold 16pt, </a:t>
            </a:r>
            <a:r>
              <a:rPr lang="en-SG" err="1"/>
              <a:t>center</a:t>
            </a:r>
            <a:r>
              <a:rPr lang="en-SG"/>
              <a:t> align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5A73A20-0AD8-D569-F948-5394C59922A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r>
              <a:rPr lang="en-SG"/>
              <a:t>Paragraph: Open San, bold 16pt, </a:t>
            </a:r>
            <a:r>
              <a:rPr lang="en-SG" err="1"/>
              <a:t>center</a:t>
            </a:r>
            <a:r>
              <a:rPr lang="en-SG"/>
              <a:t> align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1F41347-A542-BC27-04C4-12D8A81BE15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US"/>
              <a:t>987,654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AAF691B-487F-BFE5-8A4A-0158BEBAB3EA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r>
              <a:rPr lang="en-US"/>
              <a:t>100%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E7F5816-B974-784F-93B6-C37EAEB58A76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pPr lvl="0"/>
            <a:r>
              <a:rPr lang="en-GB" dirty="0"/>
              <a:t>Figures – Key Data: Open Sans, bold 28pt, left align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EE42DB6-D8D4-D057-C6AB-3F37F0468E4E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A2E9019-F49B-24B6-05DC-E7770269CFA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14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94406F7-13E5-0D67-E01E-0A47159A68D5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r>
              <a:rPr lang="en-US" dirty="0"/>
              <a:t>Graphs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796BA21-6A46-D61A-EBDC-635BC4E4214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1" name="Chart 60">
            <a:extLst>
              <a:ext uri="{FF2B5EF4-FFF2-40B4-BE49-F238E27FC236}">
                <a16:creationId xmlns:a16="http://schemas.microsoft.com/office/drawing/2014/main" id="{619AF510-7B04-8808-F7A7-959CD407B5C3}"/>
              </a:ext>
            </a:extLst>
          </p:cNvPr>
          <p:cNvGraphicFramePr/>
          <p:nvPr/>
        </p:nvGraphicFramePr>
        <p:xfrm>
          <a:off x="959997" y="1246025"/>
          <a:ext cx="10080000" cy="4754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8BF88-56AF-96E2-8E4F-EFAE5732184F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4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810DA8-0DC9-F47C-18ED-1D6B300DCDD9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E63AF5-021A-87B6-E592-4A147686DA7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7534C763-8DD8-A22B-036C-26D3BC604231}"/>
              </a:ext>
            </a:extLst>
          </p:cNvPr>
          <p:cNvCxnSpPr>
            <a:cxnSpLocks/>
          </p:cNvCxnSpPr>
          <p:nvPr/>
        </p:nvCxnSpPr>
        <p:spPr>
          <a:xfrm rot="5400000">
            <a:off x="5327997" y="173473"/>
            <a:ext cx="1343999" cy="672000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D9AC866F-B5E9-18E8-062C-2931D16C099E}"/>
              </a:ext>
            </a:extLst>
          </p:cNvPr>
          <p:cNvGrpSpPr/>
          <p:nvPr/>
        </p:nvGrpSpPr>
        <p:grpSpPr>
          <a:xfrm>
            <a:off x="1443847" y="1246026"/>
            <a:ext cx="9112296" cy="1612213"/>
            <a:chOff x="719995" y="934519"/>
            <a:chExt cx="6834222" cy="1209160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C725BBE5-B426-B53B-69C1-74962DE98BBB}"/>
                </a:ext>
              </a:extLst>
            </p:cNvPr>
            <p:cNvGrpSpPr/>
            <p:nvPr/>
          </p:nvGrpSpPr>
          <p:grpSpPr>
            <a:xfrm>
              <a:off x="719995" y="934519"/>
              <a:ext cx="2340000" cy="1188000"/>
              <a:chOff x="719995" y="934519"/>
              <a:chExt cx="2340000" cy="1188000"/>
            </a:xfrm>
          </p:grpSpPr>
          <p:sp>
            <p:nvSpPr>
              <p:cNvPr id="38" name="Title 1">
                <a:extLst>
                  <a:ext uri="{FF2B5EF4-FFF2-40B4-BE49-F238E27FC236}">
                    <a16:creationId xmlns:a16="http://schemas.microsoft.com/office/drawing/2014/main" id="{EC17D60B-8A0A-2EF1-B57D-3883E7BF9A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995" y="934519"/>
                <a:ext cx="1980000" cy="118800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</p:spPr>
            <p:txBody>
              <a:bodyPr lIns="120000" tIns="96000" rIns="120000" bIns="120000" anchor="t" anchorCtr="0">
                <a:noAutofit/>
              </a:bodyPr>
              <a:lstStyle>
                <a:lvl1pPr algn="ctr" defTabSz="6858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3500" b="1" i="0" kern="120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pPr algn="l" defTabSz="914377">
                  <a:lnSpc>
                    <a:spcPct val="110000"/>
                  </a:lnSpc>
                  <a:defRPr/>
                </a:pPr>
                <a:r>
                  <a:rPr lang="en-SG" sz="1600" b="0">
                    <a:solidFill>
                      <a:srgbClr val="003087"/>
                    </a:solidFill>
                  </a:rPr>
                  <a:t>Paragraph: Open Sans, regular 12pt, left align</a:t>
                </a: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F5C118F-7561-4080-0EBA-C42CD5293B30}"/>
                  </a:ext>
                </a:extLst>
              </p:cNvPr>
              <p:cNvCxnSpPr/>
              <p:nvPr/>
            </p:nvCxnSpPr>
            <p:spPr>
              <a:xfrm>
                <a:off x="2699995" y="1330843"/>
                <a:ext cx="360000" cy="0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E2320BB4-76CC-8E3B-DC1B-C3934655CC22}"/>
                </a:ext>
              </a:extLst>
            </p:cNvPr>
            <p:cNvGrpSpPr/>
            <p:nvPr/>
          </p:nvGrpSpPr>
          <p:grpSpPr>
            <a:xfrm>
              <a:off x="3147106" y="947895"/>
              <a:ext cx="2340000" cy="1188000"/>
              <a:chOff x="719995" y="934519"/>
              <a:chExt cx="2340000" cy="1188000"/>
            </a:xfrm>
          </p:grpSpPr>
          <p:sp>
            <p:nvSpPr>
              <p:cNvPr id="127" name="Title 1">
                <a:extLst>
                  <a:ext uri="{FF2B5EF4-FFF2-40B4-BE49-F238E27FC236}">
                    <a16:creationId xmlns:a16="http://schemas.microsoft.com/office/drawing/2014/main" id="{7425475D-7C01-C0B9-0449-57A9DDBDF4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995" y="934519"/>
                <a:ext cx="1980000" cy="118800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</p:spPr>
            <p:txBody>
              <a:bodyPr lIns="120000" tIns="96000" rIns="120000" bIns="120000" anchor="t" anchorCtr="0">
                <a:noAutofit/>
              </a:bodyPr>
              <a:lstStyle>
                <a:lvl1pPr algn="ctr" defTabSz="6858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3500" b="1" i="0" kern="120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pPr algn="l" defTabSz="914377">
                  <a:lnSpc>
                    <a:spcPct val="110000"/>
                  </a:lnSpc>
                  <a:defRPr/>
                </a:pPr>
                <a:r>
                  <a:rPr lang="en-SG" sz="1600" b="0">
                    <a:solidFill>
                      <a:srgbClr val="003087"/>
                    </a:solidFill>
                  </a:rPr>
                  <a:t>Paragraph: Open Sans, regular 12pt, left align</a:t>
                </a:r>
                <a:endParaRPr lang="en-US" sz="1600" b="0">
                  <a:solidFill>
                    <a:srgbClr val="003087"/>
                  </a:solidFill>
                </a:endParaRPr>
              </a:p>
            </p:txBody>
          </p: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A5A13388-9B26-C145-BC9E-9E78C1D9BDC6}"/>
                  </a:ext>
                </a:extLst>
              </p:cNvPr>
              <p:cNvCxnSpPr/>
              <p:nvPr/>
            </p:nvCxnSpPr>
            <p:spPr>
              <a:xfrm>
                <a:off x="2699995" y="1330843"/>
                <a:ext cx="360000" cy="0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itle 1">
              <a:extLst>
                <a:ext uri="{FF2B5EF4-FFF2-40B4-BE49-F238E27FC236}">
                  <a16:creationId xmlns:a16="http://schemas.microsoft.com/office/drawing/2014/main" id="{81D8DDA5-3542-2525-7EDE-753CE9602982}"/>
                </a:ext>
              </a:extLst>
            </p:cNvPr>
            <p:cNvSpPr txBox="1">
              <a:spLocks/>
            </p:cNvSpPr>
            <p:nvPr/>
          </p:nvSpPr>
          <p:spPr>
            <a:xfrm>
              <a:off x="5574217" y="955679"/>
              <a:ext cx="1980000" cy="1188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</p:spPr>
          <p:txBody>
            <a:bodyPr lIns="120000" tIns="96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l" defTabSz="914377">
                <a:lnSpc>
                  <a:spcPct val="110000"/>
                </a:lnSpc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Paragraph: Open Sans, regular 12pt, left align</a:t>
              </a:r>
              <a:endParaRPr lang="en-US" sz="1600" b="0">
                <a:solidFill>
                  <a:srgbClr val="003087"/>
                </a:solidFill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82A19C7C-257D-B649-7C54-1B1205A0C833}"/>
              </a:ext>
            </a:extLst>
          </p:cNvPr>
          <p:cNvGrpSpPr/>
          <p:nvPr/>
        </p:nvGrpSpPr>
        <p:grpSpPr>
          <a:xfrm>
            <a:off x="1443847" y="4331007"/>
            <a:ext cx="9112296" cy="1612213"/>
            <a:chOff x="719995" y="934519"/>
            <a:chExt cx="6834222" cy="1209160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11DE81C-D31F-31E4-0D96-81F15D11217C}"/>
                </a:ext>
              </a:extLst>
            </p:cNvPr>
            <p:cNvGrpSpPr/>
            <p:nvPr/>
          </p:nvGrpSpPr>
          <p:grpSpPr>
            <a:xfrm>
              <a:off x="719995" y="934519"/>
              <a:ext cx="2340000" cy="1188000"/>
              <a:chOff x="719995" y="934519"/>
              <a:chExt cx="2340000" cy="1188000"/>
            </a:xfrm>
          </p:grpSpPr>
          <p:sp>
            <p:nvSpPr>
              <p:cNvPr id="145" name="Title 1">
                <a:extLst>
                  <a:ext uri="{FF2B5EF4-FFF2-40B4-BE49-F238E27FC236}">
                    <a16:creationId xmlns:a16="http://schemas.microsoft.com/office/drawing/2014/main" id="{D9DC0810-116A-D8C6-7211-E8AB9E6962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995" y="934519"/>
                <a:ext cx="1980000" cy="118800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</p:spPr>
            <p:txBody>
              <a:bodyPr lIns="120000" tIns="96000" rIns="120000" bIns="120000" anchor="t" anchorCtr="0">
                <a:noAutofit/>
              </a:bodyPr>
              <a:lstStyle>
                <a:lvl1pPr algn="ctr" defTabSz="6858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3500" b="1" i="0" kern="120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pPr algn="l" defTabSz="914377">
                  <a:lnSpc>
                    <a:spcPct val="110000"/>
                  </a:lnSpc>
                  <a:defRPr/>
                </a:pPr>
                <a:r>
                  <a:rPr lang="en-SG" sz="1600" b="0">
                    <a:solidFill>
                      <a:srgbClr val="003087"/>
                    </a:solidFill>
                  </a:rPr>
                  <a:t>Paragraph: Open Sans, regular 12pt, left align</a:t>
                </a:r>
              </a:p>
            </p:txBody>
          </p: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AA8C8077-67CE-8FD2-F79A-2A1C858B663C}"/>
                  </a:ext>
                </a:extLst>
              </p:cNvPr>
              <p:cNvCxnSpPr/>
              <p:nvPr/>
            </p:nvCxnSpPr>
            <p:spPr>
              <a:xfrm>
                <a:off x="2699995" y="1330843"/>
                <a:ext cx="360000" cy="0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F0C74EC-49F0-B6DD-4ACC-418B0A80FC9E}"/>
                </a:ext>
              </a:extLst>
            </p:cNvPr>
            <p:cNvGrpSpPr/>
            <p:nvPr/>
          </p:nvGrpSpPr>
          <p:grpSpPr>
            <a:xfrm>
              <a:off x="3147106" y="947895"/>
              <a:ext cx="2340000" cy="1188000"/>
              <a:chOff x="719995" y="934519"/>
              <a:chExt cx="2340000" cy="1188000"/>
            </a:xfrm>
          </p:grpSpPr>
          <p:sp>
            <p:nvSpPr>
              <p:cNvPr id="143" name="Title 1">
                <a:extLst>
                  <a:ext uri="{FF2B5EF4-FFF2-40B4-BE49-F238E27FC236}">
                    <a16:creationId xmlns:a16="http://schemas.microsoft.com/office/drawing/2014/main" id="{0E0B59F8-F177-C9D6-8EF0-03F496B372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9995" y="934519"/>
                <a:ext cx="1980000" cy="1188000"/>
              </a:xfrm>
              <a:prstGeom prst="rect">
                <a:avLst/>
              </a:prstGeom>
              <a:solidFill>
                <a:schemeClr val="accent1">
                  <a:alpha val="10000"/>
                </a:schemeClr>
              </a:solidFill>
            </p:spPr>
            <p:txBody>
              <a:bodyPr lIns="120000" tIns="96000" rIns="120000" bIns="120000" anchor="t" anchorCtr="0">
                <a:noAutofit/>
              </a:bodyPr>
              <a:lstStyle>
                <a:lvl1pPr algn="ctr" defTabSz="6858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3500" b="1" i="0" kern="1200">
                    <a:solidFill>
                      <a:schemeClr val="bg1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</a:lstStyle>
              <a:p>
                <a:pPr algn="l" defTabSz="914377">
                  <a:lnSpc>
                    <a:spcPct val="110000"/>
                  </a:lnSpc>
                  <a:defRPr/>
                </a:pPr>
                <a:r>
                  <a:rPr lang="en-SG" sz="1600" b="0">
                    <a:solidFill>
                      <a:srgbClr val="003087"/>
                    </a:solidFill>
                  </a:rPr>
                  <a:t>Paragraph: Open Sans, regular 12pt, left align</a:t>
                </a:r>
                <a:endParaRPr lang="en-US" sz="1600" b="0">
                  <a:solidFill>
                    <a:srgbClr val="003087"/>
                  </a:solidFill>
                </a:endParaRPr>
              </a:p>
            </p:txBody>
          </p:sp>
          <p:cxnSp>
            <p:nvCxnSpPr>
              <p:cNvPr id="144" name="Straight Arrow Connector 143">
                <a:extLst>
                  <a:ext uri="{FF2B5EF4-FFF2-40B4-BE49-F238E27FC236}">
                    <a16:creationId xmlns:a16="http://schemas.microsoft.com/office/drawing/2014/main" id="{E0B61C7A-7771-58C2-5DF4-782F69731148}"/>
                  </a:ext>
                </a:extLst>
              </p:cNvPr>
              <p:cNvCxnSpPr/>
              <p:nvPr/>
            </p:nvCxnSpPr>
            <p:spPr>
              <a:xfrm>
                <a:off x="2699995" y="1330843"/>
                <a:ext cx="360000" cy="0"/>
              </a:xfrm>
              <a:prstGeom prst="straightConnector1">
                <a:avLst/>
              </a:prstGeom>
              <a:ln w="1270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2" name="Title 1">
              <a:extLst>
                <a:ext uri="{FF2B5EF4-FFF2-40B4-BE49-F238E27FC236}">
                  <a16:creationId xmlns:a16="http://schemas.microsoft.com/office/drawing/2014/main" id="{F082F591-66DD-0574-5DC0-DDDFB72B6915}"/>
                </a:ext>
              </a:extLst>
            </p:cNvPr>
            <p:cNvSpPr txBox="1">
              <a:spLocks/>
            </p:cNvSpPr>
            <p:nvPr/>
          </p:nvSpPr>
          <p:spPr>
            <a:xfrm>
              <a:off x="5574217" y="955679"/>
              <a:ext cx="1980000" cy="1188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</p:spPr>
          <p:txBody>
            <a:bodyPr lIns="120000" tIns="96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l" defTabSz="914377">
                <a:lnSpc>
                  <a:spcPct val="110000"/>
                </a:lnSpc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Paragraph: Open Sans, regular 12pt, left align</a:t>
              </a:r>
              <a:endParaRPr lang="en-US" sz="1600" b="0">
                <a:solidFill>
                  <a:srgbClr val="003087"/>
                </a:solidFill>
              </a:endParaRPr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8A6B80E-7B91-C033-8B85-C5F6AD7F94BE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82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40A9FF-82F3-6438-76F0-0EF3B5A89FA4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A43169-8A9F-A189-9F95-BC6AF9607FE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8FA9C7-04D6-3F57-6446-FEB34C09DE27}"/>
              </a:ext>
            </a:extLst>
          </p:cNvPr>
          <p:cNvGrpSpPr/>
          <p:nvPr/>
        </p:nvGrpSpPr>
        <p:grpSpPr>
          <a:xfrm>
            <a:off x="967519" y="1246025"/>
            <a:ext cx="10072475" cy="1344000"/>
            <a:chOff x="725639" y="934519"/>
            <a:chExt cx="7554356" cy="1008000"/>
          </a:xfrm>
        </p:grpSpPr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51F48D2B-0B78-EE72-FE47-2140A66F3A17}"/>
                </a:ext>
              </a:extLst>
            </p:cNvPr>
            <p:cNvSpPr txBox="1">
              <a:spLocks/>
            </p:cNvSpPr>
            <p:nvPr/>
          </p:nvSpPr>
          <p:spPr>
            <a:xfrm>
              <a:off x="725639" y="934519"/>
              <a:ext cx="1800000" cy="1008000"/>
            </a:xfrm>
            <a:prstGeom prst="rect">
              <a:avLst/>
            </a:prstGeom>
            <a:solidFill>
              <a:schemeClr val="accent1"/>
            </a:solidFill>
          </p:spPr>
          <p:txBody>
            <a:bodyPr lIns="120000" tIns="120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l" defTabSz="914377">
                <a:lnSpc>
                  <a:spcPct val="110000"/>
                </a:lnSpc>
                <a:defRPr/>
              </a:pPr>
              <a:r>
                <a:rPr lang="en-SG" sz="2133">
                  <a:solidFill>
                    <a:srgbClr val="FFFFFF"/>
                  </a:solidFill>
                </a:rPr>
                <a:t>Title: Open Sans, bold 16pt, left align</a:t>
              </a:r>
              <a:endParaRPr lang="en-US" sz="2133">
                <a:solidFill>
                  <a:srgbClr val="FFFFFF"/>
                </a:solidFill>
              </a:endParaRPr>
            </a:p>
          </p:txBody>
        </p:sp>
        <p:sp>
          <p:nvSpPr>
            <p:cNvPr id="9" name="Title 1">
              <a:extLst>
                <a:ext uri="{FF2B5EF4-FFF2-40B4-BE49-F238E27FC236}">
                  <a16:creationId xmlns:a16="http://schemas.microsoft.com/office/drawing/2014/main" id="{EDC21574-94E1-AFEC-325D-DECFC31C100A}"/>
                </a:ext>
              </a:extLst>
            </p:cNvPr>
            <p:cNvSpPr txBox="1">
              <a:spLocks/>
            </p:cNvSpPr>
            <p:nvPr/>
          </p:nvSpPr>
          <p:spPr>
            <a:xfrm>
              <a:off x="2525638" y="934519"/>
              <a:ext cx="5754357" cy="1008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</p:spPr>
          <p:txBody>
            <a:bodyPr lIns="144000" tIns="120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marL="228594" indent="-228594" algn="l" defTabSz="914377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Bullet point: Open Sans, regular 16pt, left align</a:t>
              </a:r>
            </a:p>
            <a:p>
              <a:pPr marL="228594" indent="-228594" algn="l" defTabSz="914377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  <a:p>
              <a:pPr marL="228594" indent="-228594" algn="l" defTabSz="914377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  <a:p>
              <a:pPr marL="228594" indent="-228594" algn="l" defTabSz="914377">
                <a:lnSpc>
                  <a:spcPct val="11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24FEE3A-A1EB-AFA4-6F9F-3A4C88BE566A}"/>
              </a:ext>
            </a:extLst>
          </p:cNvPr>
          <p:cNvGrpSpPr/>
          <p:nvPr/>
        </p:nvGrpSpPr>
        <p:grpSpPr>
          <a:xfrm>
            <a:off x="959995" y="2903552"/>
            <a:ext cx="10072475" cy="1344000"/>
            <a:chOff x="725639" y="934519"/>
            <a:chExt cx="7554356" cy="1008000"/>
          </a:xfrm>
        </p:grpSpPr>
        <p:sp>
          <p:nvSpPr>
            <p:cNvPr id="45" name="Title 1">
              <a:extLst>
                <a:ext uri="{FF2B5EF4-FFF2-40B4-BE49-F238E27FC236}">
                  <a16:creationId xmlns:a16="http://schemas.microsoft.com/office/drawing/2014/main" id="{1BA9A0FF-65A3-C669-156D-2BFDDDE7C4D9}"/>
                </a:ext>
              </a:extLst>
            </p:cNvPr>
            <p:cNvSpPr txBox="1">
              <a:spLocks/>
            </p:cNvSpPr>
            <p:nvPr/>
          </p:nvSpPr>
          <p:spPr>
            <a:xfrm>
              <a:off x="725639" y="934519"/>
              <a:ext cx="1800000" cy="1008000"/>
            </a:xfrm>
            <a:prstGeom prst="rect">
              <a:avLst/>
            </a:prstGeom>
            <a:solidFill>
              <a:schemeClr val="accent1"/>
            </a:solidFill>
          </p:spPr>
          <p:txBody>
            <a:bodyPr lIns="120000" tIns="120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l" defTabSz="914377">
                <a:lnSpc>
                  <a:spcPct val="110000"/>
                </a:lnSpc>
                <a:defRPr/>
              </a:pPr>
              <a:r>
                <a:rPr lang="en-SG" sz="2133">
                  <a:solidFill>
                    <a:srgbClr val="FFFFFF"/>
                  </a:solidFill>
                </a:rPr>
                <a:t>Title: Open Sans, bold 16pt, left align</a:t>
              </a:r>
              <a:endParaRPr lang="en-US" sz="2133">
                <a:solidFill>
                  <a:srgbClr val="FFFFFF"/>
                </a:solidFill>
              </a:endParaRPr>
            </a:p>
          </p:txBody>
        </p:sp>
        <p:sp>
          <p:nvSpPr>
            <p:cNvPr id="46" name="Title 1">
              <a:extLst>
                <a:ext uri="{FF2B5EF4-FFF2-40B4-BE49-F238E27FC236}">
                  <a16:creationId xmlns:a16="http://schemas.microsoft.com/office/drawing/2014/main" id="{E0F9303D-5A2F-D874-C114-1D495EC6DD5E}"/>
                </a:ext>
              </a:extLst>
            </p:cNvPr>
            <p:cNvSpPr txBox="1">
              <a:spLocks/>
            </p:cNvSpPr>
            <p:nvPr/>
          </p:nvSpPr>
          <p:spPr>
            <a:xfrm>
              <a:off x="2525638" y="934519"/>
              <a:ext cx="5754357" cy="1008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</p:spPr>
          <p:txBody>
            <a:bodyPr lIns="144000" tIns="120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marL="304792" indent="-304792" algn="l" defTabSz="914377">
                <a:lnSpc>
                  <a:spcPct val="110000"/>
                </a:lnSpc>
                <a:buFont typeface="+mj-lt"/>
                <a:buAutoNum type="arabicPeriod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Bullet point: Open Sans, regular 16pt, left align</a:t>
              </a:r>
            </a:p>
            <a:p>
              <a:pPr marL="304792" indent="-304792" algn="l" defTabSz="914377">
                <a:lnSpc>
                  <a:spcPct val="110000"/>
                </a:lnSpc>
                <a:buFont typeface="+mj-lt"/>
                <a:buAutoNum type="arabicPeriod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  <a:p>
              <a:pPr marL="304792" indent="-304792" algn="l" defTabSz="914377">
                <a:lnSpc>
                  <a:spcPct val="110000"/>
                </a:lnSpc>
                <a:buFont typeface="+mj-lt"/>
                <a:buAutoNum type="arabicPeriod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  <a:p>
              <a:pPr marL="304792" indent="-304792" algn="l" defTabSz="914377">
                <a:lnSpc>
                  <a:spcPct val="110000"/>
                </a:lnSpc>
                <a:buFont typeface="+mj-lt"/>
                <a:buAutoNum type="arabicPeriod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F399B39-0B35-BC07-C56E-182AF9E91520}"/>
              </a:ext>
            </a:extLst>
          </p:cNvPr>
          <p:cNvGrpSpPr/>
          <p:nvPr/>
        </p:nvGrpSpPr>
        <p:grpSpPr>
          <a:xfrm>
            <a:off x="963757" y="4561079"/>
            <a:ext cx="10072475" cy="1344000"/>
            <a:chOff x="725639" y="934519"/>
            <a:chExt cx="7554356" cy="1008000"/>
          </a:xfrm>
        </p:grpSpPr>
        <p:sp>
          <p:nvSpPr>
            <p:cNvPr id="48" name="Title 1">
              <a:extLst>
                <a:ext uri="{FF2B5EF4-FFF2-40B4-BE49-F238E27FC236}">
                  <a16:creationId xmlns:a16="http://schemas.microsoft.com/office/drawing/2014/main" id="{AD9FBA89-F56E-588D-133D-C78879346FC5}"/>
                </a:ext>
              </a:extLst>
            </p:cNvPr>
            <p:cNvSpPr txBox="1">
              <a:spLocks/>
            </p:cNvSpPr>
            <p:nvPr/>
          </p:nvSpPr>
          <p:spPr>
            <a:xfrm>
              <a:off x="725639" y="934519"/>
              <a:ext cx="1800000" cy="1008000"/>
            </a:xfrm>
            <a:prstGeom prst="rect">
              <a:avLst/>
            </a:prstGeom>
            <a:solidFill>
              <a:schemeClr val="accent1"/>
            </a:solidFill>
          </p:spPr>
          <p:txBody>
            <a:bodyPr lIns="120000" tIns="120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algn="l" defTabSz="914377">
                <a:lnSpc>
                  <a:spcPct val="110000"/>
                </a:lnSpc>
                <a:defRPr/>
              </a:pPr>
              <a:r>
                <a:rPr lang="en-SG" sz="2133">
                  <a:solidFill>
                    <a:srgbClr val="FFFFFF"/>
                  </a:solidFill>
                </a:rPr>
                <a:t>Title: Open Sans, bold 16pt, left align</a:t>
              </a:r>
              <a:endParaRPr lang="en-US" sz="2133">
                <a:solidFill>
                  <a:srgbClr val="FFFFFF"/>
                </a:solidFill>
              </a:endParaRPr>
            </a:p>
          </p:txBody>
        </p:sp>
        <p:sp>
          <p:nvSpPr>
            <p:cNvPr id="49" name="Title 1">
              <a:extLst>
                <a:ext uri="{FF2B5EF4-FFF2-40B4-BE49-F238E27FC236}">
                  <a16:creationId xmlns:a16="http://schemas.microsoft.com/office/drawing/2014/main" id="{9940712A-94D9-F76D-81AB-8772E2A15287}"/>
                </a:ext>
              </a:extLst>
            </p:cNvPr>
            <p:cNvSpPr txBox="1">
              <a:spLocks/>
            </p:cNvSpPr>
            <p:nvPr/>
          </p:nvSpPr>
          <p:spPr>
            <a:xfrm>
              <a:off x="2525638" y="934519"/>
              <a:ext cx="5754357" cy="1008000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</p:spPr>
          <p:txBody>
            <a:bodyPr lIns="144000" tIns="120000" rIns="120000" bIns="120000" anchor="t" anchorCtr="0">
              <a:noAutofit/>
            </a:bodyPr>
            <a:lstStyle>
              <a:lvl1pPr algn="ctr" defTabSz="6858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3500" b="1" i="0" kern="1200">
                  <a:solidFill>
                    <a:schemeClr val="bg1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defRPr>
              </a:lvl1pPr>
            </a:lstStyle>
            <a:p>
              <a:pPr marL="228594" indent="-228594" algn="l" defTabSz="914377">
                <a:lnSpc>
                  <a:spcPct val="110000"/>
                </a:lnSpc>
                <a:buFont typeface="Wingdings" pitchFamily="2" charset="2"/>
                <a:buChar char="ü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Bullet point: Open Sans, regular 16pt, left align</a:t>
              </a:r>
            </a:p>
            <a:p>
              <a:pPr marL="228594" indent="-228594" algn="l" defTabSz="914377">
                <a:lnSpc>
                  <a:spcPct val="110000"/>
                </a:lnSpc>
                <a:buFont typeface="Wingdings" pitchFamily="2" charset="2"/>
                <a:buChar char="ü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  <a:p>
              <a:pPr marL="228594" indent="-228594" algn="l" defTabSz="914377">
                <a:lnSpc>
                  <a:spcPct val="110000"/>
                </a:lnSpc>
                <a:buFont typeface="Wingdings" pitchFamily="2" charset="2"/>
                <a:buChar char="ü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  <a:p>
              <a:pPr marL="228594" indent="-228594" algn="l" defTabSz="914377">
                <a:lnSpc>
                  <a:spcPct val="110000"/>
                </a:lnSpc>
                <a:buFont typeface="Wingdings" pitchFamily="2" charset="2"/>
                <a:buChar char="ü"/>
                <a:defRPr/>
              </a:pPr>
              <a:r>
                <a:rPr lang="en-SG" sz="1600" b="0">
                  <a:solidFill>
                    <a:srgbClr val="003087"/>
                  </a:solidFill>
                </a:rPr>
                <a:t>Lorem ipsum </a:t>
              </a:r>
              <a:r>
                <a:rPr lang="en-SG" sz="1600" b="0" err="1">
                  <a:solidFill>
                    <a:srgbClr val="003087"/>
                  </a:solidFill>
                </a:rPr>
                <a:t>dolor</a:t>
              </a:r>
              <a:r>
                <a:rPr lang="en-SG" sz="1600" b="0">
                  <a:solidFill>
                    <a:srgbClr val="003087"/>
                  </a:solidFill>
                </a:rPr>
                <a:t> sit </a:t>
              </a:r>
              <a:r>
                <a:rPr lang="en-SG" sz="1600" b="0" err="1">
                  <a:solidFill>
                    <a:srgbClr val="003087"/>
                  </a:solidFill>
                </a:rPr>
                <a:t>amet</a:t>
              </a:r>
              <a:r>
                <a:rPr lang="en-SG" sz="1600" b="0">
                  <a:solidFill>
                    <a:srgbClr val="003087"/>
                  </a:solidFill>
                </a:rPr>
                <a:t>, </a:t>
              </a:r>
              <a:r>
                <a:rPr lang="en-SG" sz="1600" b="0" err="1">
                  <a:solidFill>
                    <a:srgbClr val="003087"/>
                  </a:solidFill>
                </a:rPr>
                <a:t>consectetur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adipiscing</a:t>
              </a:r>
              <a:r>
                <a:rPr lang="en-SG" sz="1600" b="0">
                  <a:solidFill>
                    <a:srgbClr val="003087"/>
                  </a:solidFill>
                </a:rPr>
                <a:t> </a:t>
              </a:r>
              <a:r>
                <a:rPr lang="en-SG" sz="1600" b="0" err="1">
                  <a:solidFill>
                    <a:srgbClr val="003087"/>
                  </a:solidFill>
                </a:rPr>
                <a:t>elit</a:t>
              </a:r>
              <a:endParaRPr lang="en-SG" sz="1600" b="0">
                <a:solidFill>
                  <a:srgbClr val="003087"/>
                </a:solidFill>
              </a:endParaRPr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60BB9-7BE3-391F-C2E3-745A3797D623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35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5AB822-E682-EC0D-4E8A-4AEA0DBE197B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pPr algn="ctr"/>
            <a:r>
              <a:rPr lang="en-GB" dirty="0"/>
              <a:t>For more information, visit </a:t>
            </a:r>
            <a:r>
              <a:rPr lang="en-GB" dirty="0" err="1"/>
              <a:t>www.a-star.edu.sg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30BE7-F9F8-8FF5-5EA5-E03CC038C4E4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165629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A*STA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087"/>
      </a:accent1>
      <a:accent2>
        <a:srgbClr val="DA291C"/>
      </a:accent2>
      <a:accent3>
        <a:srgbClr val="FF6720"/>
      </a:accent3>
      <a:accent4>
        <a:srgbClr val="5C068C"/>
      </a:accent4>
      <a:accent5>
        <a:srgbClr val="003087"/>
      </a:accent5>
      <a:accent6>
        <a:srgbClr val="003087"/>
      </a:accent6>
      <a:hlink>
        <a:srgbClr val="003087"/>
      </a:hlink>
      <a:folHlink>
        <a:srgbClr val="003087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TAR Masterbrand Powerpoint Templates 29Nov (Final) (002).potx  -  Read-Only" id="{6BB1E9B8-0CCE-4BA2-95C2-7F4268638456}" vid="{881FA3DF-12EC-4A18-A267-751C4D7C11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20DA152A26C94F97F40D1B6242FB90" ma:contentTypeVersion="18" ma:contentTypeDescription="Create a new document." ma:contentTypeScope="" ma:versionID="596feddbe483f16a0aeeb23b9f944c93">
  <xsd:schema xmlns:xsd="http://www.w3.org/2001/XMLSchema" xmlns:xs="http://www.w3.org/2001/XMLSchema" xmlns:p="http://schemas.microsoft.com/office/2006/metadata/properties" xmlns:ns2="8e5633f6-dc03-4192-9dd3-80edd9b4d150" xmlns:ns3="e5163933-5282-427e-8a84-06b065a71624" targetNamespace="http://schemas.microsoft.com/office/2006/metadata/properties" ma:root="true" ma:fieldsID="6df4273e97e3c445c55b4424c70a04f8" ns2:_="" ns3:_="">
    <xsd:import namespace="8e5633f6-dc03-4192-9dd3-80edd9b4d150"/>
    <xsd:import namespace="e5163933-5282-427e-8a84-06b065a716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5633f6-dc03-4192-9dd3-80edd9b4d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b1ff4019-fa99-4329-98e7-f3e88d10e8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163933-5282-427e-8a84-06b065a7162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39a5ad8-6257-47a6-98b6-3897c7500156}" ma:internalName="TaxCatchAll" ma:showField="CatchAllData" ma:web="e5163933-5282-427e-8a84-06b065a716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e5633f6-dc03-4192-9dd3-80edd9b4d150">
      <Terms xmlns="http://schemas.microsoft.com/office/infopath/2007/PartnerControls"/>
    </lcf76f155ced4ddcb4097134ff3c332f>
    <TaxCatchAll xmlns="e5163933-5282-427e-8a84-06b065a71624" xsi:nil="true"/>
  </documentManagement>
</p:properties>
</file>

<file path=customXml/itemProps1.xml><?xml version="1.0" encoding="utf-8"?>
<ds:datastoreItem xmlns:ds="http://schemas.openxmlformats.org/officeDocument/2006/customXml" ds:itemID="{8020EB5C-4565-4450-A5DB-C74C21ED48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8BBAA58-150C-427E-BEC5-DDAA8D4F5F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5633f6-dc03-4192-9dd3-80edd9b4d150"/>
    <ds:schemaRef ds:uri="e5163933-5282-427e-8a84-06b065a716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2161CC-5D17-4E45-A2B7-42C72F751807}">
  <ds:schemaRefs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8e5633f6-dc03-4192-9dd3-80edd9b4d1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e5163933-5282-427e-8a84-06b065a716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ASTAR Masterbrand PPT Templates- Speaker Dec24</Template>
  <TotalTime>6</TotalTime>
  <Words>262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Gilroy SemiBold</vt:lpstr>
      <vt:lpstr>Helvetica</vt:lpstr>
      <vt:lpstr>Open Sans</vt:lpstr>
      <vt:lpstr>Open Sans 1</vt:lpstr>
      <vt:lpstr>Open Sans 2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Gina Choo</dc:creator>
  <cp:lastModifiedBy>Gaurav Manek</cp:lastModifiedBy>
  <cp:revision>3</cp:revision>
  <dcterms:created xsi:type="dcterms:W3CDTF">2025-04-29T06:20:57Z</dcterms:created>
  <dcterms:modified xsi:type="dcterms:W3CDTF">2026-10-05T14:06:41Z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0x010100A520DA152A26C94F97F40D1B6242FB90</vt:lpwstr>
  </property>
  <property fmtid="{D5CDD505-2E9C-101B-9397-08002B2CF9AE}" pid="3" name="MediaServiceImageTags">
    <vt:lpwstr/>
  </property>
</Properties>
</file>